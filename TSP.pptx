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60" r:id="rId7"/>
    <p:sldId id="261" r:id="rId8"/>
    <p:sldId id="262" r:id="rId9"/>
    <p:sldId id="263" r:id="rId10"/>
    <p:sldId id="264" r:id="rId11"/>
    <p:sldId id="265" r:id="rId12"/>
    <p:sldId id="266" r:id="rId13"/>
    <p:sldId id="267" r:id="rId14"/>
    <p:sldId id="268"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11" autoAdjust="0"/>
    <p:restoredTop sz="94660"/>
  </p:normalViewPr>
  <p:slideViewPr>
    <p:cSldViewPr snapToGrid="0">
      <p:cViewPr varScale="1">
        <p:scale>
          <a:sx n="67" d="100"/>
          <a:sy n="67" d="100"/>
        </p:scale>
        <p:origin x="80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F1C2-AB42-D0D9-E523-D2966308A5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B2500A-8144-1143-3EF8-823341FE94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33F84A4-7CD4-9536-5714-55AD2C785DE8}"/>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5" name="Footer Placeholder 4">
            <a:extLst>
              <a:ext uri="{FF2B5EF4-FFF2-40B4-BE49-F238E27FC236}">
                <a16:creationId xmlns:a16="http://schemas.microsoft.com/office/drawing/2014/main" id="{7DC7E2E4-D318-DE12-98A8-F4831385C0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53329-3ABA-7590-13B3-B5A4C4CA7FB5}"/>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2227376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67222-9DC8-8C64-65C7-BD23F14488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8D070A-AD0C-825C-E469-D7049ED9C4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92ECF6-6291-8386-1988-D5AEBAD4423D}"/>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5" name="Footer Placeholder 4">
            <a:extLst>
              <a:ext uri="{FF2B5EF4-FFF2-40B4-BE49-F238E27FC236}">
                <a16:creationId xmlns:a16="http://schemas.microsoft.com/office/drawing/2014/main" id="{06CB23C3-A8A2-3F96-B50F-A96B942553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7FAEBD-DEFD-17A4-CE62-BBCD10C3D672}"/>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3267798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87D6C-68BE-0635-E69A-A9ECE66A56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937A19F-2D00-7ACD-18C9-9979E1C236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981DBC-9A29-9CDE-2724-616CFAE9B008}"/>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5" name="Footer Placeholder 4">
            <a:extLst>
              <a:ext uri="{FF2B5EF4-FFF2-40B4-BE49-F238E27FC236}">
                <a16:creationId xmlns:a16="http://schemas.microsoft.com/office/drawing/2014/main" id="{F0C420E9-B4AF-C4BE-0782-4FBDB0F5B5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5AAB6B-E42A-6734-13B5-A73C354D11A4}"/>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971474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9E322-1112-28B0-558E-1893558964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C66D79-369A-BE48-0BA4-ED8665433D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9F4E10-AEFD-87DB-08D3-AFC571A084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62C522-096E-CFDC-0DD3-1B856C4995E0}"/>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6" name="Footer Placeholder 5">
            <a:extLst>
              <a:ext uri="{FF2B5EF4-FFF2-40B4-BE49-F238E27FC236}">
                <a16:creationId xmlns:a16="http://schemas.microsoft.com/office/drawing/2014/main" id="{94C3BD81-01F5-6D16-6EFB-72FF89517A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89BA41-586C-6464-AEC3-CF690B3BA0BA}"/>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211535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532B0-548A-0C7C-FFAA-214A00A8F4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4E4C5C-F66C-63E3-DE22-CA254E1A7D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7985A-B740-96FA-F923-C3A815566C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5FF197-3234-96B7-76F4-06E3B5B1EA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A17D76-CA03-6FF4-658E-FB978BD9EB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E288DEB-AAFC-EF1D-3E2D-15E2DDA34E13}"/>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8" name="Footer Placeholder 7">
            <a:extLst>
              <a:ext uri="{FF2B5EF4-FFF2-40B4-BE49-F238E27FC236}">
                <a16:creationId xmlns:a16="http://schemas.microsoft.com/office/drawing/2014/main" id="{66BC2066-46EA-A586-85BB-5DAE581A2C9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F78208-0585-A3DD-612B-7EDAFB557948}"/>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3400921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803DD-FA91-3D7A-57E2-0F4924D0767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D5DAC5-C9D7-B3F1-F13F-5AC972513BB6}"/>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4" name="Footer Placeholder 3">
            <a:extLst>
              <a:ext uri="{FF2B5EF4-FFF2-40B4-BE49-F238E27FC236}">
                <a16:creationId xmlns:a16="http://schemas.microsoft.com/office/drawing/2014/main" id="{4E54DE74-FC3C-CE30-6728-9E1406CB1F9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ED25391-D5AD-21EA-FC5C-AC77E3278203}"/>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3184726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F27C7-F2CA-F717-A5B5-28CE7D091D12}"/>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3" name="Footer Placeholder 2">
            <a:extLst>
              <a:ext uri="{FF2B5EF4-FFF2-40B4-BE49-F238E27FC236}">
                <a16:creationId xmlns:a16="http://schemas.microsoft.com/office/drawing/2014/main" id="{55806145-B5EA-4E45-B8E4-937C039AB7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841F01-0115-95C8-011A-F3B609CFF046}"/>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229122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D41C2-4086-221E-EE6E-2CD524CDD5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E66253-ABE8-46AD-6B58-23AC9DD2D0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85B342-3AE9-0C4F-A5E1-B0A0BC50A2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19FF60-1160-ECA8-530D-B488E9965DF0}"/>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6" name="Footer Placeholder 5">
            <a:extLst>
              <a:ext uri="{FF2B5EF4-FFF2-40B4-BE49-F238E27FC236}">
                <a16:creationId xmlns:a16="http://schemas.microsoft.com/office/drawing/2014/main" id="{EE514DE0-0926-462F-6AFD-B656E181FC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CE361E-C78A-CE84-E19C-4A521D1AD918}"/>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1886693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7B14A-5B00-D02C-69AE-57FA7CDA74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E25D21-6C0D-A272-6071-C54280F4D5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C662CBB-8855-4CB4-53FD-56DAF5B882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CA275D-85CC-E09C-DBE1-F1AA6ACE1F17}"/>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6" name="Footer Placeholder 5">
            <a:extLst>
              <a:ext uri="{FF2B5EF4-FFF2-40B4-BE49-F238E27FC236}">
                <a16:creationId xmlns:a16="http://schemas.microsoft.com/office/drawing/2014/main" id="{F3BBB803-5F3F-9BC3-8CBD-849AEAE8AA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D5A341-8EA5-2F55-9C79-9B5BA5D0EC13}"/>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2873698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DB02-33CA-66DF-C615-5A4DCDA050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264A22-16BA-8CBC-5D60-58BE73A2C0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8C5BAF-9E50-6927-1B3A-1A93EF566176}"/>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5" name="Footer Placeholder 4">
            <a:extLst>
              <a:ext uri="{FF2B5EF4-FFF2-40B4-BE49-F238E27FC236}">
                <a16:creationId xmlns:a16="http://schemas.microsoft.com/office/drawing/2014/main" id="{9DA93C1F-03F3-2F9F-1139-E3A2CE635A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4EFADF-8C50-CE10-AEBF-96AE73C30B0A}"/>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270374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A2812F-691E-7D42-DC04-B7F9EC2EC6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0F006-5D57-48F2-8C71-70D4C6430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3554F9-1E84-9CAE-7F49-96A9910E1B06}"/>
              </a:ext>
            </a:extLst>
          </p:cNvPr>
          <p:cNvSpPr>
            <a:spLocks noGrp="1"/>
          </p:cNvSpPr>
          <p:nvPr>
            <p:ph type="dt" sz="half" idx="10"/>
          </p:nvPr>
        </p:nvSpPr>
        <p:spPr/>
        <p:txBody>
          <a:bodyPr/>
          <a:lstStyle/>
          <a:p>
            <a:fld id="{C6D707C4-EF62-4117-99B1-54569DC4E509}" type="datetimeFigureOut">
              <a:rPr lang="en-IN" smtClean="0"/>
              <a:t>31-03-2023</a:t>
            </a:fld>
            <a:endParaRPr lang="en-IN"/>
          </a:p>
        </p:txBody>
      </p:sp>
      <p:sp>
        <p:nvSpPr>
          <p:cNvPr id="5" name="Footer Placeholder 4">
            <a:extLst>
              <a:ext uri="{FF2B5EF4-FFF2-40B4-BE49-F238E27FC236}">
                <a16:creationId xmlns:a16="http://schemas.microsoft.com/office/drawing/2014/main" id="{2FFF8570-9FEB-09F9-E111-92B7A0189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91C44C-A355-D935-E453-5DC95A1E5E42}"/>
              </a:ext>
            </a:extLst>
          </p:cNvPr>
          <p:cNvSpPr>
            <a:spLocks noGrp="1"/>
          </p:cNvSpPr>
          <p:nvPr>
            <p:ph type="sldNum" sz="quarter" idx="12"/>
          </p:nvPr>
        </p:nvSpPr>
        <p:spPr/>
        <p:txBody>
          <a:bodyPr/>
          <a:lstStyle/>
          <a:p>
            <a:fld id="{B5738BCE-2B00-4E3B-BF2F-CD7EC32CA3BB}" type="slidenum">
              <a:rPr lang="en-IN" smtClean="0"/>
              <a:t>‹#›</a:t>
            </a:fld>
            <a:endParaRPr lang="en-IN"/>
          </a:p>
        </p:txBody>
      </p:sp>
    </p:spTree>
    <p:extLst>
      <p:ext uri="{BB962C8B-B14F-4D97-AF65-F5344CB8AC3E}">
        <p14:creationId xmlns:p14="http://schemas.microsoft.com/office/powerpoint/2010/main" val="1567053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3FD885-CF4F-0F17-1588-3F554D933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5A2514-7D5D-4534-9C23-BF3D0CD5AD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DA1289-6E7E-F3C2-56D1-AA5F95DE44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D707C4-EF62-4117-99B1-54569DC4E509}" type="datetimeFigureOut">
              <a:rPr lang="en-IN" smtClean="0"/>
              <a:t>31-03-2023</a:t>
            </a:fld>
            <a:endParaRPr lang="en-IN"/>
          </a:p>
        </p:txBody>
      </p:sp>
      <p:sp>
        <p:nvSpPr>
          <p:cNvPr id="5" name="Footer Placeholder 4">
            <a:extLst>
              <a:ext uri="{FF2B5EF4-FFF2-40B4-BE49-F238E27FC236}">
                <a16:creationId xmlns:a16="http://schemas.microsoft.com/office/drawing/2014/main" id="{50F6FB25-EACD-4BE2-BDCC-D14E42AB8E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6847B3B-F992-D473-2BAB-A390A79A0E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738BCE-2B00-4E3B-BF2F-CD7EC32CA3BB}" type="slidenum">
              <a:rPr lang="en-IN" smtClean="0"/>
              <a:t>‹#›</a:t>
            </a:fld>
            <a:endParaRPr lang="en-IN"/>
          </a:p>
        </p:txBody>
      </p:sp>
    </p:spTree>
    <p:extLst>
      <p:ext uri="{BB962C8B-B14F-4D97-AF65-F5344CB8AC3E}">
        <p14:creationId xmlns:p14="http://schemas.microsoft.com/office/powerpoint/2010/main" val="208629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D70D3-681C-FC1D-E48F-471A3B325B1D}"/>
              </a:ext>
            </a:extLst>
          </p:cNvPr>
          <p:cNvSpPr>
            <a:spLocks noGrp="1"/>
          </p:cNvSpPr>
          <p:nvPr>
            <p:ph type="ctrTitle"/>
          </p:nvPr>
        </p:nvSpPr>
        <p:spPr>
          <a:xfrm>
            <a:off x="319088" y="442913"/>
            <a:ext cx="10458450" cy="1009650"/>
          </a:xfrm>
        </p:spPr>
        <p:txBody>
          <a:bodyPr>
            <a:normAutofit fontScale="90000"/>
          </a:bodyPr>
          <a:lstStyle/>
          <a:p>
            <a:br>
              <a:rPr lang="en-US" sz="3200" dirty="0">
                <a:solidFill>
                  <a:srgbClr val="002060"/>
                </a:solidFill>
                <a:latin typeface="+mn-lt"/>
              </a:rPr>
            </a:br>
            <a:br>
              <a:rPr lang="en-US" sz="3200" dirty="0">
                <a:solidFill>
                  <a:srgbClr val="002060"/>
                </a:solidFill>
                <a:latin typeface="+mn-lt"/>
              </a:rPr>
            </a:br>
            <a:r>
              <a:rPr lang="en-US" sz="3200" dirty="0">
                <a:solidFill>
                  <a:schemeClr val="accent1"/>
                </a:solidFill>
                <a:latin typeface="+mn-lt"/>
              </a:rPr>
              <a:t>TS-WEB TRACK CAPSTONE PROJECT</a:t>
            </a:r>
            <a:endParaRPr lang="en-IN" sz="3200" dirty="0">
              <a:solidFill>
                <a:schemeClr val="accent1"/>
              </a:solidFill>
              <a:latin typeface="+mn-lt"/>
            </a:endParaRPr>
          </a:p>
        </p:txBody>
      </p:sp>
      <p:sp>
        <p:nvSpPr>
          <p:cNvPr id="3" name="Subtitle 2">
            <a:extLst>
              <a:ext uri="{FF2B5EF4-FFF2-40B4-BE49-F238E27FC236}">
                <a16:creationId xmlns:a16="http://schemas.microsoft.com/office/drawing/2014/main" id="{90263B04-30EE-AE8D-A9DA-FD580860B3BF}"/>
              </a:ext>
            </a:extLst>
          </p:cNvPr>
          <p:cNvSpPr>
            <a:spLocks noGrp="1"/>
          </p:cNvSpPr>
          <p:nvPr>
            <p:ph type="subTitle" idx="1"/>
          </p:nvPr>
        </p:nvSpPr>
        <p:spPr>
          <a:xfrm>
            <a:off x="1031082" y="1452563"/>
            <a:ext cx="9144000" cy="4207092"/>
          </a:xfrm>
        </p:spPr>
        <p:txBody>
          <a:bodyPr>
            <a:normAutofit lnSpcReduction="10000"/>
          </a:bodyPr>
          <a:lstStyle/>
          <a:p>
            <a:r>
              <a:rPr lang="en-US" sz="4000" dirty="0">
                <a:solidFill>
                  <a:srgbClr val="002060"/>
                </a:solidFill>
              </a:rPr>
              <a:t>ONLINE TICKET BOOKING</a:t>
            </a:r>
          </a:p>
          <a:p>
            <a:endParaRPr lang="en-US" sz="2000" dirty="0"/>
          </a:p>
          <a:p>
            <a:pPr algn="l"/>
            <a:endParaRPr lang="en-IN" dirty="0"/>
          </a:p>
          <a:p>
            <a:pPr algn="l"/>
            <a:r>
              <a:rPr lang="en-IN" dirty="0"/>
              <a:t>Presented By:</a:t>
            </a:r>
          </a:p>
          <a:p>
            <a:pPr algn="l"/>
            <a:r>
              <a:rPr lang="en-IN" dirty="0"/>
              <a:t>1. V. Kusuma Kumari</a:t>
            </a:r>
          </a:p>
          <a:p>
            <a:pPr algn="l"/>
            <a:r>
              <a:rPr lang="en-IN" dirty="0"/>
              <a:t>2. P. Preethi</a:t>
            </a:r>
          </a:p>
          <a:p>
            <a:pPr algn="l"/>
            <a:r>
              <a:rPr lang="en-IN" dirty="0"/>
              <a:t>3. I. </a:t>
            </a:r>
            <a:r>
              <a:rPr lang="en-IN" dirty="0" err="1"/>
              <a:t>Kavyasri</a:t>
            </a:r>
            <a:endParaRPr lang="en-IN" dirty="0"/>
          </a:p>
          <a:p>
            <a:pPr algn="l"/>
            <a:r>
              <a:rPr lang="en-IN" dirty="0"/>
              <a:t>4. P. </a:t>
            </a:r>
            <a:r>
              <a:rPr lang="en-IN" dirty="0" err="1"/>
              <a:t>Maheswari</a:t>
            </a:r>
            <a:endParaRPr lang="en-IN" dirty="0"/>
          </a:p>
          <a:p>
            <a:pPr algn="l"/>
            <a:r>
              <a:rPr lang="en-IN" dirty="0"/>
              <a:t>Guided By: Uma </a:t>
            </a:r>
            <a:r>
              <a:rPr lang="en-IN" dirty="0" err="1"/>
              <a:t>Maheswari</a:t>
            </a:r>
            <a:r>
              <a:rPr lang="en-IN" dirty="0"/>
              <a:t> Madam</a:t>
            </a:r>
          </a:p>
          <a:p>
            <a:pPr algn="l"/>
            <a:endParaRPr lang="en-IN" dirty="0">
              <a:solidFill>
                <a:schemeClr val="accent2">
                  <a:lumMod val="75000"/>
                </a:schemeClr>
              </a:solidFill>
            </a:endParaRPr>
          </a:p>
          <a:p>
            <a:pPr algn="l"/>
            <a:endParaRPr lang="en-IN" dirty="0"/>
          </a:p>
        </p:txBody>
      </p:sp>
      <p:pic>
        <p:nvPicPr>
          <p:cNvPr id="6" name="Picture 5">
            <a:extLst>
              <a:ext uri="{FF2B5EF4-FFF2-40B4-BE49-F238E27FC236}">
                <a16:creationId xmlns:a16="http://schemas.microsoft.com/office/drawing/2014/main" id="{8C5B0774-73EB-F9E9-5662-3302E55AD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9663" y="309562"/>
            <a:ext cx="1366838" cy="266701"/>
          </a:xfrm>
          <a:prstGeom prst="rect">
            <a:avLst/>
          </a:prstGeom>
        </p:spPr>
      </p:pic>
      <p:pic>
        <p:nvPicPr>
          <p:cNvPr id="10" name="Picture 9">
            <a:extLst>
              <a:ext uri="{FF2B5EF4-FFF2-40B4-BE49-F238E27FC236}">
                <a16:creationId xmlns:a16="http://schemas.microsoft.com/office/drawing/2014/main" id="{5488077C-2E30-3993-943B-824D1C906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3087" y="242840"/>
            <a:ext cx="2409825" cy="542923"/>
          </a:xfrm>
          <a:prstGeom prst="rect">
            <a:avLst/>
          </a:prstGeom>
        </p:spPr>
      </p:pic>
      <p:pic>
        <p:nvPicPr>
          <p:cNvPr id="14" name="Picture 13">
            <a:extLst>
              <a:ext uri="{FF2B5EF4-FFF2-40B4-BE49-F238E27FC236}">
                <a16:creationId xmlns:a16="http://schemas.microsoft.com/office/drawing/2014/main" id="{94EAE27F-4FE2-CA55-E267-3B3D42665B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57" y="-147637"/>
            <a:ext cx="2857500" cy="1290638"/>
          </a:xfrm>
          <a:prstGeom prst="rect">
            <a:avLst/>
          </a:prstGeom>
        </p:spPr>
      </p:pic>
    </p:spTree>
    <p:extLst>
      <p:ext uri="{BB962C8B-B14F-4D97-AF65-F5344CB8AC3E}">
        <p14:creationId xmlns:p14="http://schemas.microsoft.com/office/powerpoint/2010/main" val="2531905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9DBEF-ABBA-4249-ED37-05F187677EFD}"/>
              </a:ext>
            </a:extLst>
          </p:cNvPr>
          <p:cNvSpPr>
            <a:spLocks noGrp="1"/>
          </p:cNvSpPr>
          <p:nvPr>
            <p:ph type="ctrTitle"/>
          </p:nvPr>
        </p:nvSpPr>
        <p:spPr>
          <a:xfrm>
            <a:off x="904775" y="336885"/>
            <a:ext cx="9763225" cy="895150"/>
          </a:xfrm>
        </p:spPr>
        <p:txBody>
          <a:bodyPr>
            <a:normAutofit/>
          </a:bodyPr>
          <a:lstStyle/>
          <a:p>
            <a:pPr algn="l"/>
            <a:r>
              <a:rPr lang="en-US" sz="3200" dirty="0">
                <a:solidFill>
                  <a:srgbClr val="0070C0"/>
                </a:solidFill>
                <a:latin typeface="+mn-lt"/>
              </a:rPr>
              <a:t>OUTLINE</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16DB381C-828A-9CAD-563F-33178F6ACC8E}"/>
              </a:ext>
            </a:extLst>
          </p:cNvPr>
          <p:cNvSpPr>
            <a:spLocks noGrp="1"/>
          </p:cNvSpPr>
          <p:nvPr>
            <p:ph type="subTitle" idx="1"/>
          </p:nvPr>
        </p:nvSpPr>
        <p:spPr>
          <a:xfrm>
            <a:off x="904775" y="1232035"/>
            <a:ext cx="9763225" cy="4025765"/>
          </a:xfrm>
        </p:spPr>
        <p:txBody>
          <a:bodyPr>
            <a:normAutofit lnSpcReduction="10000"/>
          </a:bodyPr>
          <a:lstStyle/>
          <a:p>
            <a:pPr marL="342900" indent="-342900" algn="l">
              <a:buFont typeface="Arial" panose="020B0604020202020204" pitchFamily="34" charset="0"/>
              <a:buChar char="•"/>
            </a:pPr>
            <a:r>
              <a:rPr lang="en-US" dirty="0"/>
              <a:t>Abstract</a:t>
            </a:r>
          </a:p>
          <a:p>
            <a:pPr marL="342900" indent="-342900" algn="l">
              <a:buFont typeface="Arial" panose="020B0604020202020204" pitchFamily="34" charset="0"/>
              <a:buChar char="•"/>
            </a:pPr>
            <a:r>
              <a:rPr lang="en-US" dirty="0"/>
              <a:t>Problem Statement</a:t>
            </a:r>
          </a:p>
          <a:p>
            <a:pPr marL="342900" indent="-342900" algn="l">
              <a:buFont typeface="Arial" panose="020B0604020202020204" pitchFamily="34" charset="0"/>
              <a:buChar char="•"/>
            </a:pPr>
            <a:r>
              <a:rPr lang="en-US" dirty="0"/>
              <a:t>Aims , Objective &amp; Proposed System/Solution</a:t>
            </a:r>
          </a:p>
          <a:p>
            <a:pPr marL="342900" indent="-342900" algn="l">
              <a:buFont typeface="Arial" panose="020B0604020202020204" pitchFamily="34" charset="0"/>
              <a:buChar char="•"/>
            </a:pPr>
            <a:r>
              <a:rPr lang="en-US" dirty="0"/>
              <a:t>System Design</a:t>
            </a:r>
          </a:p>
          <a:p>
            <a:pPr marL="342900" indent="-342900" algn="l">
              <a:buFont typeface="Arial" panose="020B0604020202020204" pitchFamily="34" charset="0"/>
              <a:buChar char="•"/>
            </a:pPr>
            <a:r>
              <a:rPr lang="en-US" dirty="0"/>
              <a:t>System Development Approach(Technology Used)</a:t>
            </a:r>
          </a:p>
          <a:p>
            <a:pPr marL="342900" indent="-342900" algn="l">
              <a:buFont typeface="Arial" panose="020B0604020202020204" pitchFamily="34" charset="0"/>
              <a:buChar char="•"/>
            </a:pPr>
            <a:r>
              <a:rPr lang="en-US" dirty="0"/>
              <a:t>Algorithm &amp; Development</a:t>
            </a:r>
          </a:p>
          <a:p>
            <a:pPr marL="342900" indent="-342900" algn="l">
              <a:buFont typeface="Arial" panose="020B0604020202020204" pitchFamily="34" charset="0"/>
              <a:buChar char="•"/>
            </a:pPr>
            <a:r>
              <a:rPr lang="en-US" dirty="0"/>
              <a:t>Conclusion</a:t>
            </a:r>
          </a:p>
          <a:p>
            <a:pPr marL="342900" indent="-342900" algn="l">
              <a:buFont typeface="Arial" panose="020B0604020202020204" pitchFamily="34" charset="0"/>
              <a:buChar char="•"/>
            </a:pPr>
            <a:r>
              <a:rPr lang="en-US" dirty="0"/>
              <a:t>References</a:t>
            </a:r>
          </a:p>
          <a:p>
            <a:pPr marL="342900" indent="-342900" algn="l">
              <a:buFont typeface="Arial" panose="020B0604020202020204" pitchFamily="34" charset="0"/>
              <a:buChar char="•"/>
            </a:pPr>
            <a:r>
              <a:rPr lang="en-US" dirty="0"/>
              <a:t>Future Scope</a:t>
            </a:r>
            <a:endParaRPr lang="en-IN" dirty="0"/>
          </a:p>
        </p:txBody>
      </p:sp>
    </p:spTree>
    <p:extLst>
      <p:ext uri="{BB962C8B-B14F-4D97-AF65-F5344CB8AC3E}">
        <p14:creationId xmlns:p14="http://schemas.microsoft.com/office/powerpoint/2010/main" val="74410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2F0C5-E901-A992-17E4-F94D8DC74B25}"/>
              </a:ext>
            </a:extLst>
          </p:cNvPr>
          <p:cNvSpPr>
            <a:spLocks noGrp="1"/>
          </p:cNvSpPr>
          <p:nvPr>
            <p:ph type="ctrTitle"/>
          </p:nvPr>
        </p:nvSpPr>
        <p:spPr>
          <a:xfrm>
            <a:off x="770021" y="423513"/>
            <a:ext cx="9897979" cy="933650"/>
          </a:xfrm>
        </p:spPr>
        <p:txBody>
          <a:bodyPr>
            <a:normAutofit/>
          </a:bodyPr>
          <a:lstStyle/>
          <a:p>
            <a:pPr algn="l"/>
            <a:r>
              <a:rPr lang="en-US" sz="3200" dirty="0">
                <a:solidFill>
                  <a:srgbClr val="0070C0"/>
                </a:solidFill>
                <a:latin typeface="+mn-lt"/>
              </a:rPr>
              <a:t>Abstract:</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B79BECC1-C8EF-C6CE-CE80-F32204297D1B}"/>
              </a:ext>
            </a:extLst>
          </p:cNvPr>
          <p:cNvSpPr>
            <a:spLocks noGrp="1"/>
          </p:cNvSpPr>
          <p:nvPr>
            <p:ph type="subTitle" idx="1"/>
          </p:nvPr>
        </p:nvSpPr>
        <p:spPr>
          <a:xfrm>
            <a:off x="770021" y="1463040"/>
            <a:ext cx="9897979" cy="3794760"/>
          </a:xfrm>
        </p:spPr>
        <p:txBody>
          <a:bodyPr/>
          <a:lstStyle/>
          <a:p>
            <a:pPr marL="354965" marR="5080" indent="-342900" algn="l">
              <a:lnSpc>
                <a:spcPct val="100000"/>
              </a:lnSpc>
              <a:spcBef>
                <a:spcPts val="100"/>
              </a:spcBef>
              <a:buFont typeface="Arial" panose="020B0604020202020204" pitchFamily="34" charset="0"/>
              <a:buChar char="•"/>
              <a:tabLst>
                <a:tab pos="356870" algn="l"/>
              </a:tabLst>
            </a:pPr>
            <a:r>
              <a:rPr lang="en-US" dirty="0">
                <a:solidFill>
                  <a:srgbClr val="90C225"/>
                </a:solidFill>
                <a:cs typeface="Lucida Sans Unicode"/>
              </a:rPr>
              <a:t>	</a:t>
            </a:r>
            <a:r>
              <a:rPr lang="en-US" spc="-50" dirty="0">
                <a:solidFill>
                  <a:srgbClr val="404040"/>
                </a:solidFill>
                <a:cs typeface="Tahoma"/>
              </a:rPr>
              <a:t>Online</a:t>
            </a:r>
            <a:r>
              <a:rPr lang="en-US" spc="-175" dirty="0">
                <a:solidFill>
                  <a:srgbClr val="404040"/>
                </a:solidFill>
                <a:cs typeface="Tahoma"/>
              </a:rPr>
              <a:t> </a:t>
            </a:r>
            <a:r>
              <a:rPr lang="en-US" spc="-65" dirty="0">
                <a:solidFill>
                  <a:srgbClr val="404040"/>
                </a:solidFill>
                <a:cs typeface="Tahoma"/>
              </a:rPr>
              <a:t>bus</a:t>
            </a:r>
            <a:r>
              <a:rPr lang="en-US" spc="-135" dirty="0">
                <a:solidFill>
                  <a:srgbClr val="404040"/>
                </a:solidFill>
                <a:cs typeface="Tahoma"/>
              </a:rPr>
              <a:t> </a:t>
            </a:r>
            <a:r>
              <a:rPr lang="en-US" spc="-60" dirty="0">
                <a:solidFill>
                  <a:srgbClr val="404040"/>
                </a:solidFill>
                <a:cs typeface="Tahoma"/>
              </a:rPr>
              <a:t>booking</a:t>
            </a:r>
            <a:r>
              <a:rPr lang="en-US" spc="-190" dirty="0">
                <a:solidFill>
                  <a:srgbClr val="404040"/>
                </a:solidFill>
                <a:cs typeface="Tahoma"/>
              </a:rPr>
              <a:t> </a:t>
            </a:r>
            <a:r>
              <a:rPr lang="en-US" spc="-25" dirty="0">
                <a:solidFill>
                  <a:srgbClr val="404040"/>
                </a:solidFill>
                <a:cs typeface="Tahoma"/>
              </a:rPr>
              <a:t>is</a:t>
            </a:r>
            <a:r>
              <a:rPr lang="en-US" spc="-160" dirty="0">
                <a:solidFill>
                  <a:srgbClr val="404040"/>
                </a:solidFill>
                <a:cs typeface="Tahoma"/>
              </a:rPr>
              <a:t> </a:t>
            </a:r>
            <a:r>
              <a:rPr lang="en-US" spc="-40" dirty="0">
                <a:solidFill>
                  <a:srgbClr val="404040"/>
                </a:solidFill>
                <a:cs typeface="Tahoma"/>
              </a:rPr>
              <a:t>important</a:t>
            </a:r>
            <a:r>
              <a:rPr lang="en-US" spc="-204" dirty="0">
                <a:solidFill>
                  <a:srgbClr val="404040"/>
                </a:solidFill>
                <a:cs typeface="Tahoma"/>
              </a:rPr>
              <a:t> </a:t>
            </a:r>
            <a:r>
              <a:rPr lang="en-US" dirty="0">
                <a:solidFill>
                  <a:srgbClr val="404040"/>
                </a:solidFill>
                <a:cs typeface="Tahoma"/>
              </a:rPr>
              <a:t>to</a:t>
            </a:r>
            <a:r>
              <a:rPr lang="en-US" spc="-170" dirty="0">
                <a:solidFill>
                  <a:srgbClr val="404040"/>
                </a:solidFill>
                <a:cs typeface="Tahoma"/>
              </a:rPr>
              <a:t> </a:t>
            </a:r>
            <a:r>
              <a:rPr lang="en-US" spc="-50" dirty="0">
                <a:solidFill>
                  <a:srgbClr val="404040"/>
                </a:solidFill>
                <a:cs typeface="Tahoma"/>
              </a:rPr>
              <a:t>the</a:t>
            </a:r>
            <a:r>
              <a:rPr lang="en-US" spc="-180" dirty="0">
                <a:solidFill>
                  <a:srgbClr val="404040"/>
                </a:solidFill>
                <a:cs typeface="Tahoma"/>
              </a:rPr>
              <a:t> </a:t>
            </a:r>
            <a:r>
              <a:rPr lang="en-US" spc="-70" dirty="0">
                <a:solidFill>
                  <a:srgbClr val="404040"/>
                </a:solidFill>
                <a:cs typeface="Tahoma"/>
              </a:rPr>
              <a:t>customer</a:t>
            </a:r>
            <a:r>
              <a:rPr lang="en-US" spc="-165" dirty="0">
                <a:solidFill>
                  <a:srgbClr val="404040"/>
                </a:solidFill>
                <a:cs typeface="Tahoma"/>
              </a:rPr>
              <a:t> </a:t>
            </a:r>
            <a:r>
              <a:rPr lang="en-US" spc="-105" dirty="0">
                <a:solidFill>
                  <a:srgbClr val="404040"/>
                </a:solidFill>
                <a:cs typeface="Tahoma"/>
              </a:rPr>
              <a:t>because</a:t>
            </a:r>
            <a:r>
              <a:rPr lang="en-US" spc="-175" dirty="0">
                <a:solidFill>
                  <a:srgbClr val="404040"/>
                </a:solidFill>
                <a:cs typeface="Tahoma"/>
              </a:rPr>
              <a:t> </a:t>
            </a:r>
            <a:r>
              <a:rPr lang="en-US" spc="-10" dirty="0">
                <a:solidFill>
                  <a:srgbClr val="404040"/>
                </a:solidFill>
                <a:cs typeface="Tahoma"/>
              </a:rPr>
              <a:t>customer </a:t>
            </a:r>
            <a:r>
              <a:rPr lang="en-US" spc="-95" dirty="0">
                <a:solidFill>
                  <a:srgbClr val="404040"/>
                </a:solidFill>
                <a:cs typeface="Tahoma"/>
              </a:rPr>
              <a:t>can</a:t>
            </a:r>
            <a:r>
              <a:rPr lang="en-US" spc="-165" dirty="0">
                <a:solidFill>
                  <a:srgbClr val="404040"/>
                </a:solidFill>
                <a:cs typeface="Tahoma"/>
              </a:rPr>
              <a:t> </a:t>
            </a:r>
            <a:r>
              <a:rPr lang="en-US" spc="-90" dirty="0">
                <a:solidFill>
                  <a:srgbClr val="404040"/>
                </a:solidFill>
                <a:cs typeface="Tahoma"/>
              </a:rPr>
              <a:t>check</a:t>
            </a:r>
            <a:r>
              <a:rPr lang="en-US" spc="-160" dirty="0">
                <a:solidFill>
                  <a:srgbClr val="404040"/>
                </a:solidFill>
                <a:cs typeface="Tahoma"/>
              </a:rPr>
              <a:t> </a:t>
            </a:r>
            <a:r>
              <a:rPr lang="en-US" spc="-45" dirty="0">
                <a:solidFill>
                  <a:srgbClr val="404040"/>
                </a:solidFill>
                <a:cs typeface="Tahoma"/>
              </a:rPr>
              <a:t>availability</a:t>
            </a:r>
            <a:r>
              <a:rPr lang="en-US" spc="-195" dirty="0">
                <a:solidFill>
                  <a:srgbClr val="404040"/>
                </a:solidFill>
                <a:cs typeface="Tahoma"/>
              </a:rPr>
              <a:t> </a:t>
            </a:r>
            <a:r>
              <a:rPr lang="en-US" spc="-20" dirty="0">
                <a:solidFill>
                  <a:srgbClr val="404040"/>
                </a:solidFill>
                <a:cs typeface="Tahoma"/>
              </a:rPr>
              <a:t>of</a:t>
            </a:r>
            <a:r>
              <a:rPr lang="en-US" spc="-170" dirty="0">
                <a:solidFill>
                  <a:srgbClr val="404040"/>
                </a:solidFill>
                <a:cs typeface="Tahoma"/>
              </a:rPr>
              <a:t> </a:t>
            </a:r>
            <a:r>
              <a:rPr lang="en-US" spc="-50" dirty="0">
                <a:solidFill>
                  <a:srgbClr val="404040"/>
                </a:solidFill>
                <a:cs typeface="Tahoma"/>
              </a:rPr>
              <a:t>the</a:t>
            </a:r>
            <a:r>
              <a:rPr lang="en-US" spc="-185" dirty="0">
                <a:solidFill>
                  <a:srgbClr val="404040"/>
                </a:solidFill>
                <a:cs typeface="Tahoma"/>
              </a:rPr>
              <a:t> </a:t>
            </a:r>
            <a:r>
              <a:rPr lang="en-US" spc="-70" dirty="0">
                <a:solidFill>
                  <a:srgbClr val="404040"/>
                </a:solidFill>
                <a:cs typeface="Tahoma"/>
              </a:rPr>
              <a:t>bus</a:t>
            </a:r>
            <a:r>
              <a:rPr lang="en-US" spc="-170" dirty="0">
                <a:solidFill>
                  <a:srgbClr val="404040"/>
                </a:solidFill>
                <a:cs typeface="Tahoma"/>
              </a:rPr>
              <a:t> </a:t>
            </a:r>
            <a:r>
              <a:rPr lang="en-US" spc="-55" dirty="0">
                <a:solidFill>
                  <a:srgbClr val="404040"/>
                </a:solidFill>
                <a:cs typeface="Tahoma"/>
              </a:rPr>
              <a:t>ticket,</a:t>
            </a:r>
            <a:r>
              <a:rPr lang="en-US" spc="-180" dirty="0">
                <a:solidFill>
                  <a:srgbClr val="404040"/>
                </a:solidFill>
                <a:cs typeface="Tahoma"/>
              </a:rPr>
              <a:t> </a:t>
            </a:r>
            <a:r>
              <a:rPr lang="en-US" spc="-95" dirty="0">
                <a:solidFill>
                  <a:srgbClr val="404040"/>
                </a:solidFill>
                <a:cs typeface="Tahoma"/>
              </a:rPr>
              <a:t>buy</a:t>
            </a:r>
            <a:r>
              <a:rPr lang="en-US" spc="-150" dirty="0">
                <a:solidFill>
                  <a:srgbClr val="404040"/>
                </a:solidFill>
                <a:cs typeface="Tahoma"/>
              </a:rPr>
              <a:t> </a:t>
            </a:r>
            <a:r>
              <a:rPr lang="en-US" spc="-70" dirty="0">
                <a:solidFill>
                  <a:srgbClr val="404040"/>
                </a:solidFill>
                <a:cs typeface="Tahoma"/>
              </a:rPr>
              <a:t>bus</a:t>
            </a:r>
            <a:r>
              <a:rPr lang="en-US" spc="-170" dirty="0">
                <a:solidFill>
                  <a:srgbClr val="404040"/>
                </a:solidFill>
                <a:cs typeface="Tahoma"/>
              </a:rPr>
              <a:t> </a:t>
            </a:r>
            <a:r>
              <a:rPr lang="en-US" spc="-25" dirty="0">
                <a:solidFill>
                  <a:srgbClr val="404040"/>
                </a:solidFill>
                <a:cs typeface="Tahoma"/>
              </a:rPr>
              <a:t>ticket</a:t>
            </a:r>
            <a:r>
              <a:rPr lang="en-US" spc="-185" dirty="0">
                <a:solidFill>
                  <a:srgbClr val="404040"/>
                </a:solidFill>
                <a:cs typeface="Tahoma"/>
              </a:rPr>
              <a:t> </a:t>
            </a:r>
            <a:r>
              <a:rPr lang="en-US" spc="-100" dirty="0">
                <a:solidFill>
                  <a:srgbClr val="404040"/>
                </a:solidFill>
                <a:cs typeface="Tahoma"/>
              </a:rPr>
              <a:t>and</a:t>
            </a:r>
            <a:r>
              <a:rPr lang="en-US" spc="-175" dirty="0">
                <a:solidFill>
                  <a:srgbClr val="404040"/>
                </a:solidFill>
                <a:cs typeface="Tahoma"/>
              </a:rPr>
              <a:t> </a:t>
            </a:r>
            <a:r>
              <a:rPr lang="en-US" spc="-110" dirty="0">
                <a:solidFill>
                  <a:srgbClr val="404040"/>
                </a:solidFill>
                <a:cs typeface="Tahoma"/>
              </a:rPr>
              <a:t>pay</a:t>
            </a:r>
            <a:r>
              <a:rPr lang="en-US" spc="-145" dirty="0">
                <a:solidFill>
                  <a:srgbClr val="404040"/>
                </a:solidFill>
                <a:cs typeface="Tahoma"/>
              </a:rPr>
              <a:t> </a:t>
            </a:r>
            <a:r>
              <a:rPr lang="en-US" spc="-50" dirty="0">
                <a:solidFill>
                  <a:srgbClr val="404040"/>
                </a:solidFill>
                <a:cs typeface="Tahoma"/>
              </a:rPr>
              <a:t>the</a:t>
            </a:r>
            <a:r>
              <a:rPr lang="en-US" spc="-185" dirty="0">
                <a:solidFill>
                  <a:srgbClr val="404040"/>
                </a:solidFill>
                <a:cs typeface="Tahoma"/>
              </a:rPr>
              <a:t> </a:t>
            </a:r>
            <a:r>
              <a:rPr lang="en-US" spc="-25" dirty="0">
                <a:solidFill>
                  <a:srgbClr val="404040"/>
                </a:solidFill>
                <a:cs typeface="Tahoma"/>
              </a:rPr>
              <a:t>bus ticket</a:t>
            </a:r>
            <a:r>
              <a:rPr lang="en-US" spc="-180" dirty="0">
                <a:solidFill>
                  <a:srgbClr val="404040"/>
                </a:solidFill>
                <a:cs typeface="Tahoma"/>
              </a:rPr>
              <a:t> </a:t>
            </a:r>
            <a:r>
              <a:rPr lang="en-US" spc="-10" dirty="0">
                <a:solidFill>
                  <a:srgbClr val="404040"/>
                </a:solidFill>
                <a:cs typeface="Tahoma"/>
              </a:rPr>
              <a:t>online.</a:t>
            </a:r>
            <a:endParaRPr lang="en-US" dirty="0">
              <a:cs typeface="Tahoma"/>
            </a:endParaRPr>
          </a:p>
          <a:p>
            <a:pPr marL="356870" marR="252729" indent="-344805" algn="l">
              <a:lnSpc>
                <a:spcPct val="100000"/>
              </a:lnSpc>
              <a:spcBef>
                <a:spcPts val="1010"/>
              </a:spcBef>
              <a:buFont typeface="Arial" panose="020B0604020202020204" pitchFamily="34" charset="0"/>
              <a:buChar char="•"/>
              <a:tabLst>
                <a:tab pos="356870" algn="l"/>
              </a:tabLst>
            </a:pPr>
            <a:r>
              <a:rPr lang="en-US" spc="-10" dirty="0">
                <a:solidFill>
                  <a:srgbClr val="404040"/>
                </a:solidFill>
                <a:cs typeface="Tahoma"/>
              </a:rPr>
              <a:t>E-</a:t>
            </a:r>
            <a:r>
              <a:rPr lang="en-US" spc="-25" dirty="0">
                <a:solidFill>
                  <a:srgbClr val="404040"/>
                </a:solidFill>
                <a:cs typeface="Tahoma"/>
              </a:rPr>
              <a:t>ticket</a:t>
            </a:r>
            <a:r>
              <a:rPr lang="en-US" spc="-165" dirty="0">
                <a:solidFill>
                  <a:srgbClr val="404040"/>
                </a:solidFill>
                <a:cs typeface="Tahoma"/>
              </a:rPr>
              <a:t> </a:t>
            </a:r>
            <a:r>
              <a:rPr lang="en-US" spc="-25" dirty="0">
                <a:solidFill>
                  <a:srgbClr val="404040"/>
                </a:solidFill>
                <a:cs typeface="Tahoma"/>
              </a:rPr>
              <a:t>is</a:t>
            </a:r>
            <a:r>
              <a:rPr lang="en-US" spc="-145" dirty="0">
                <a:solidFill>
                  <a:srgbClr val="404040"/>
                </a:solidFill>
                <a:cs typeface="Tahoma"/>
              </a:rPr>
              <a:t> </a:t>
            </a:r>
            <a:r>
              <a:rPr lang="en-US" spc="-50" dirty="0">
                <a:solidFill>
                  <a:srgbClr val="404040"/>
                </a:solidFill>
                <a:cs typeface="Tahoma"/>
              </a:rPr>
              <a:t>different</a:t>
            </a:r>
            <a:r>
              <a:rPr lang="en-US" spc="-220" dirty="0">
                <a:solidFill>
                  <a:srgbClr val="404040"/>
                </a:solidFill>
                <a:cs typeface="Tahoma"/>
              </a:rPr>
              <a:t> </a:t>
            </a:r>
            <a:r>
              <a:rPr lang="en-US" spc="-65" dirty="0">
                <a:solidFill>
                  <a:srgbClr val="404040"/>
                </a:solidFill>
                <a:cs typeface="Tahoma"/>
              </a:rPr>
              <a:t>from</a:t>
            </a:r>
            <a:r>
              <a:rPr lang="en-US" spc="-135" dirty="0">
                <a:solidFill>
                  <a:srgbClr val="404040"/>
                </a:solidFill>
                <a:cs typeface="Tahoma"/>
              </a:rPr>
              <a:t> </a:t>
            </a:r>
            <a:r>
              <a:rPr lang="en-US" spc="-30" dirty="0">
                <a:solidFill>
                  <a:srgbClr val="404040"/>
                </a:solidFill>
                <a:cs typeface="Tahoma"/>
              </a:rPr>
              <a:t>traditional</a:t>
            </a:r>
            <a:r>
              <a:rPr lang="en-US" spc="-165" dirty="0">
                <a:solidFill>
                  <a:srgbClr val="404040"/>
                </a:solidFill>
                <a:cs typeface="Tahoma"/>
              </a:rPr>
              <a:t> </a:t>
            </a:r>
            <a:r>
              <a:rPr lang="en-US" spc="-80" dirty="0">
                <a:solidFill>
                  <a:srgbClr val="404040"/>
                </a:solidFill>
                <a:cs typeface="Tahoma"/>
              </a:rPr>
              <a:t>paper</a:t>
            </a:r>
            <a:r>
              <a:rPr lang="en-US" spc="-175" dirty="0">
                <a:solidFill>
                  <a:srgbClr val="404040"/>
                </a:solidFill>
                <a:cs typeface="Tahoma"/>
              </a:rPr>
              <a:t> </a:t>
            </a:r>
            <a:r>
              <a:rPr lang="en-US" spc="-25" dirty="0">
                <a:solidFill>
                  <a:srgbClr val="404040"/>
                </a:solidFill>
                <a:cs typeface="Tahoma"/>
              </a:rPr>
              <a:t>ticket</a:t>
            </a:r>
            <a:r>
              <a:rPr lang="en-US" spc="-165" dirty="0">
                <a:solidFill>
                  <a:srgbClr val="404040"/>
                </a:solidFill>
                <a:cs typeface="Tahoma"/>
              </a:rPr>
              <a:t> </a:t>
            </a:r>
            <a:r>
              <a:rPr lang="en-US" spc="-105" dirty="0">
                <a:solidFill>
                  <a:srgbClr val="404040"/>
                </a:solidFill>
                <a:cs typeface="Tahoma"/>
              </a:rPr>
              <a:t>because</a:t>
            </a:r>
            <a:r>
              <a:rPr lang="en-US" spc="-160" dirty="0">
                <a:solidFill>
                  <a:srgbClr val="404040"/>
                </a:solidFill>
                <a:cs typeface="Tahoma"/>
              </a:rPr>
              <a:t> </a:t>
            </a:r>
            <a:r>
              <a:rPr lang="en-US" spc="-25" dirty="0">
                <a:solidFill>
                  <a:srgbClr val="404040"/>
                </a:solidFill>
                <a:cs typeface="Tahoma"/>
              </a:rPr>
              <a:t>e-ticket</a:t>
            </a:r>
            <a:r>
              <a:rPr lang="en-US" spc="-190" dirty="0">
                <a:solidFill>
                  <a:srgbClr val="404040"/>
                </a:solidFill>
                <a:cs typeface="Tahoma"/>
              </a:rPr>
              <a:t> </a:t>
            </a:r>
            <a:r>
              <a:rPr lang="en-US" spc="-25" dirty="0">
                <a:solidFill>
                  <a:srgbClr val="404040"/>
                </a:solidFill>
                <a:cs typeface="Tahoma"/>
              </a:rPr>
              <a:t>is </a:t>
            </a:r>
            <a:r>
              <a:rPr lang="en-US" spc="-135" dirty="0">
                <a:solidFill>
                  <a:srgbClr val="404040"/>
                </a:solidFill>
                <a:cs typeface="Tahoma"/>
              </a:rPr>
              <a:t>safer,</a:t>
            </a:r>
            <a:r>
              <a:rPr lang="en-US" spc="-155" dirty="0">
                <a:solidFill>
                  <a:srgbClr val="404040"/>
                </a:solidFill>
                <a:cs typeface="Tahoma"/>
              </a:rPr>
              <a:t> </a:t>
            </a:r>
            <a:r>
              <a:rPr lang="en-US" spc="-105" dirty="0">
                <a:solidFill>
                  <a:srgbClr val="404040"/>
                </a:solidFill>
                <a:cs typeface="Tahoma"/>
              </a:rPr>
              <a:t>faster,</a:t>
            </a:r>
            <a:r>
              <a:rPr lang="en-US" spc="-175" dirty="0">
                <a:solidFill>
                  <a:srgbClr val="404040"/>
                </a:solidFill>
                <a:cs typeface="Tahoma"/>
              </a:rPr>
              <a:t> </a:t>
            </a:r>
            <a:r>
              <a:rPr lang="en-US" spc="-60" dirty="0">
                <a:solidFill>
                  <a:srgbClr val="404040"/>
                </a:solidFill>
                <a:cs typeface="Tahoma"/>
              </a:rPr>
              <a:t>reliable</a:t>
            </a:r>
            <a:r>
              <a:rPr lang="en-US" spc="-200" dirty="0">
                <a:solidFill>
                  <a:srgbClr val="404040"/>
                </a:solidFill>
                <a:cs typeface="Tahoma"/>
              </a:rPr>
              <a:t> </a:t>
            </a:r>
            <a:r>
              <a:rPr lang="en-US" spc="-100" dirty="0">
                <a:solidFill>
                  <a:srgbClr val="404040"/>
                </a:solidFill>
                <a:cs typeface="Tahoma"/>
              </a:rPr>
              <a:t>and</a:t>
            </a:r>
            <a:r>
              <a:rPr lang="en-US" spc="-150" dirty="0">
                <a:solidFill>
                  <a:srgbClr val="404040"/>
                </a:solidFill>
                <a:cs typeface="Tahoma"/>
              </a:rPr>
              <a:t> </a:t>
            </a:r>
            <a:r>
              <a:rPr lang="en-US" spc="-10" dirty="0">
                <a:solidFill>
                  <a:srgbClr val="404040"/>
                </a:solidFill>
                <a:cs typeface="Tahoma"/>
              </a:rPr>
              <a:t>cheaper.</a:t>
            </a:r>
            <a:endParaRPr lang="en-US" dirty="0">
              <a:cs typeface="Tahoma"/>
            </a:endParaRPr>
          </a:p>
          <a:p>
            <a:pPr marL="355600" indent="-342900" algn="l">
              <a:lnSpc>
                <a:spcPct val="100000"/>
              </a:lnSpc>
              <a:spcBef>
                <a:spcPts val="1010"/>
              </a:spcBef>
              <a:buFont typeface="Arial" panose="020B0604020202020204" pitchFamily="34" charset="0"/>
              <a:buChar char="•"/>
              <a:tabLst>
                <a:tab pos="356870" algn="l"/>
              </a:tabLst>
            </a:pPr>
            <a:r>
              <a:rPr lang="en-US" spc="-60" dirty="0">
                <a:solidFill>
                  <a:srgbClr val="404040"/>
                </a:solidFill>
                <a:cs typeface="Tahoma"/>
              </a:rPr>
              <a:t>Besides</a:t>
            </a:r>
            <a:r>
              <a:rPr lang="en-US" spc="-195" dirty="0">
                <a:solidFill>
                  <a:srgbClr val="404040"/>
                </a:solidFill>
                <a:cs typeface="Tahoma"/>
              </a:rPr>
              <a:t> </a:t>
            </a:r>
            <a:r>
              <a:rPr lang="en-US" spc="-60" dirty="0">
                <a:solidFill>
                  <a:srgbClr val="404040"/>
                </a:solidFill>
                <a:cs typeface="Tahoma"/>
              </a:rPr>
              <a:t>that,</a:t>
            </a:r>
            <a:r>
              <a:rPr lang="en-US" spc="-210" dirty="0">
                <a:solidFill>
                  <a:srgbClr val="404040"/>
                </a:solidFill>
                <a:cs typeface="Tahoma"/>
              </a:rPr>
              <a:t> </a:t>
            </a:r>
            <a:r>
              <a:rPr lang="en-US" spc="-10" dirty="0">
                <a:solidFill>
                  <a:srgbClr val="404040"/>
                </a:solidFill>
                <a:cs typeface="Tahoma"/>
              </a:rPr>
              <a:t>this</a:t>
            </a:r>
            <a:r>
              <a:rPr lang="en-US" spc="-185" dirty="0">
                <a:solidFill>
                  <a:srgbClr val="404040"/>
                </a:solidFill>
                <a:cs typeface="Tahoma"/>
              </a:rPr>
              <a:t> </a:t>
            </a:r>
            <a:r>
              <a:rPr lang="en-US" spc="-70" dirty="0">
                <a:solidFill>
                  <a:srgbClr val="404040"/>
                </a:solidFill>
                <a:cs typeface="Tahoma"/>
              </a:rPr>
              <a:t>concept</a:t>
            </a:r>
            <a:r>
              <a:rPr lang="en-US" spc="-185" dirty="0">
                <a:solidFill>
                  <a:srgbClr val="404040"/>
                </a:solidFill>
                <a:cs typeface="Tahoma"/>
              </a:rPr>
              <a:t> </a:t>
            </a:r>
            <a:r>
              <a:rPr lang="en-US" spc="-90" dirty="0">
                <a:solidFill>
                  <a:srgbClr val="404040"/>
                </a:solidFill>
                <a:cs typeface="Tahoma"/>
              </a:rPr>
              <a:t>can</a:t>
            </a:r>
            <a:r>
              <a:rPr lang="en-US" spc="-140" dirty="0">
                <a:solidFill>
                  <a:srgbClr val="404040"/>
                </a:solidFill>
                <a:cs typeface="Tahoma"/>
              </a:rPr>
              <a:t> </a:t>
            </a:r>
            <a:r>
              <a:rPr lang="en-US" spc="-110" dirty="0">
                <a:solidFill>
                  <a:srgbClr val="404040"/>
                </a:solidFill>
                <a:cs typeface="Tahoma"/>
              </a:rPr>
              <a:t>be</a:t>
            </a:r>
            <a:r>
              <a:rPr lang="en-US" spc="-180" dirty="0">
                <a:solidFill>
                  <a:srgbClr val="404040"/>
                </a:solidFill>
                <a:cs typeface="Tahoma"/>
              </a:rPr>
              <a:t> </a:t>
            </a:r>
            <a:r>
              <a:rPr lang="en-US" spc="-95" dirty="0">
                <a:solidFill>
                  <a:srgbClr val="404040"/>
                </a:solidFill>
                <a:cs typeface="Tahoma"/>
              </a:rPr>
              <a:t>used</a:t>
            </a:r>
            <a:r>
              <a:rPr lang="en-US" spc="-155" dirty="0">
                <a:solidFill>
                  <a:srgbClr val="404040"/>
                </a:solidFill>
                <a:cs typeface="Tahoma"/>
              </a:rPr>
              <a:t> </a:t>
            </a:r>
            <a:r>
              <a:rPr lang="en-US" spc="-100" dirty="0">
                <a:solidFill>
                  <a:srgbClr val="404040"/>
                </a:solidFill>
                <a:cs typeface="Tahoma"/>
              </a:rPr>
              <a:t>by</a:t>
            </a:r>
            <a:r>
              <a:rPr lang="en-US" spc="-165" dirty="0">
                <a:solidFill>
                  <a:srgbClr val="404040"/>
                </a:solidFill>
                <a:cs typeface="Tahoma"/>
              </a:rPr>
              <a:t> </a:t>
            </a:r>
            <a:r>
              <a:rPr lang="en-US" spc="-70" dirty="0">
                <a:solidFill>
                  <a:srgbClr val="404040"/>
                </a:solidFill>
                <a:cs typeface="Tahoma"/>
              </a:rPr>
              <a:t>customers</a:t>
            </a:r>
            <a:r>
              <a:rPr lang="en-US" spc="-190" dirty="0">
                <a:solidFill>
                  <a:srgbClr val="404040"/>
                </a:solidFill>
                <a:cs typeface="Tahoma"/>
              </a:rPr>
              <a:t> </a:t>
            </a:r>
            <a:r>
              <a:rPr lang="en-US" spc="-30" dirty="0">
                <a:solidFill>
                  <a:srgbClr val="404040"/>
                </a:solidFill>
                <a:cs typeface="Tahoma"/>
              </a:rPr>
              <a:t>will</a:t>
            </a:r>
            <a:r>
              <a:rPr lang="en-US" spc="-165" dirty="0">
                <a:solidFill>
                  <a:srgbClr val="404040"/>
                </a:solidFill>
                <a:cs typeface="Tahoma"/>
              </a:rPr>
              <a:t> </a:t>
            </a:r>
            <a:r>
              <a:rPr lang="en-US" spc="-105" dirty="0">
                <a:solidFill>
                  <a:srgbClr val="404040"/>
                </a:solidFill>
                <a:cs typeface="Tahoma"/>
              </a:rPr>
              <a:t>be</a:t>
            </a:r>
            <a:r>
              <a:rPr lang="en-US" spc="-155" dirty="0">
                <a:solidFill>
                  <a:srgbClr val="404040"/>
                </a:solidFill>
                <a:cs typeface="Tahoma"/>
              </a:rPr>
              <a:t> </a:t>
            </a:r>
            <a:r>
              <a:rPr lang="en-US" spc="-10" dirty="0">
                <a:solidFill>
                  <a:srgbClr val="404040"/>
                </a:solidFill>
                <a:cs typeface="Tahoma"/>
              </a:rPr>
              <a:t>easier.</a:t>
            </a:r>
            <a:endParaRPr lang="en-US" dirty="0">
              <a:cs typeface="Tahoma"/>
            </a:endParaRPr>
          </a:p>
          <a:p>
            <a:pPr marL="356870" marR="76835" indent="-344805" algn="l">
              <a:lnSpc>
                <a:spcPct val="100000"/>
              </a:lnSpc>
              <a:spcBef>
                <a:spcPts val="990"/>
              </a:spcBef>
              <a:buFont typeface="Arial" panose="020B0604020202020204" pitchFamily="34" charset="0"/>
              <a:buChar char="•"/>
              <a:tabLst>
                <a:tab pos="356870" algn="l"/>
              </a:tabLst>
            </a:pPr>
            <a:r>
              <a:rPr lang="en-US" spc="-80" dirty="0">
                <a:solidFill>
                  <a:srgbClr val="404040"/>
                </a:solidFill>
                <a:cs typeface="Tahoma"/>
              </a:rPr>
              <a:t>The</a:t>
            </a:r>
            <a:r>
              <a:rPr lang="en-US" spc="-215" dirty="0">
                <a:solidFill>
                  <a:srgbClr val="404040"/>
                </a:solidFill>
                <a:cs typeface="Tahoma"/>
              </a:rPr>
              <a:t> </a:t>
            </a:r>
            <a:r>
              <a:rPr lang="en-US" spc="-10" dirty="0">
                <a:solidFill>
                  <a:srgbClr val="404040"/>
                </a:solidFill>
                <a:cs typeface="Tahoma"/>
              </a:rPr>
              <a:t>profit</a:t>
            </a:r>
            <a:r>
              <a:rPr lang="en-US" spc="-190" dirty="0">
                <a:solidFill>
                  <a:srgbClr val="404040"/>
                </a:solidFill>
                <a:cs typeface="Tahoma"/>
              </a:rPr>
              <a:t> </a:t>
            </a:r>
            <a:r>
              <a:rPr lang="en-US" spc="-55" dirty="0">
                <a:solidFill>
                  <a:srgbClr val="404040"/>
                </a:solidFill>
                <a:cs typeface="Tahoma"/>
              </a:rPr>
              <a:t>the</a:t>
            </a:r>
            <a:r>
              <a:rPr lang="en-US" spc="-240" dirty="0">
                <a:solidFill>
                  <a:srgbClr val="404040"/>
                </a:solidFill>
                <a:cs typeface="Tahoma"/>
              </a:rPr>
              <a:t> </a:t>
            </a:r>
            <a:r>
              <a:rPr lang="en-US" spc="-65" dirty="0">
                <a:solidFill>
                  <a:srgbClr val="404040"/>
                </a:solidFill>
                <a:cs typeface="Tahoma"/>
              </a:rPr>
              <a:t>bus</a:t>
            </a:r>
            <a:r>
              <a:rPr lang="en-US" spc="-175" dirty="0">
                <a:solidFill>
                  <a:srgbClr val="404040"/>
                </a:solidFill>
                <a:cs typeface="Tahoma"/>
              </a:rPr>
              <a:t> </a:t>
            </a:r>
            <a:r>
              <a:rPr lang="en-US" spc="-30" dirty="0">
                <a:solidFill>
                  <a:srgbClr val="404040"/>
                </a:solidFill>
                <a:cs typeface="Tahoma"/>
              </a:rPr>
              <a:t>will</a:t>
            </a:r>
            <a:r>
              <a:rPr lang="en-US" spc="-195" dirty="0">
                <a:solidFill>
                  <a:srgbClr val="404040"/>
                </a:solidFill>
                <a:cs typeface="Tahoma"/>
              </a:rPr>
              <a:t> </a:t>
            </a:r>
            <a:r>
              <a:rPr lang="en-US" spc="-105" dirty="0">
                <a:solidFill>
                  <a:srgbClr val="404040"/>
                </a:solidFill>
                <a:cs typeface="Tahoma"/>
              </a:rPr>
              <a:t>be</a:t>
            </a:r>
            <a:r>
              <a:rPr lang="en-US" spc="-215" dirty="0">
                <a:solidFill>
                  <a:srgbClr val="404040"/>
                </a:solidFill>
                <a:cs typeface="Tahoma"/>
              </a:rPr>
              <a:t> </a:t>
            </a:r>
            <a:r>
              <a:rPr lang="en-US" spc="-35" dirty="0">
                <a:solidFill>
                  <a:srgbClr val="404040"/>
                </a:solidFill>
                <a:cs typeface="Tahoma"/>
              </a:rPr>
              <a:t>increased</a:t>
            </a:r>
            <a:r>
              <a:rPr lang="en-US" spc="310" dirty="0">
                <a:solidFill>
                  <a:srgbClr val="404040"/>
                </a:solidFill>
                <a:cs typeface="Tahoma"/>
              </a:rPr>
              <a:t> </a:t>
            </a:r>
            <a:r>
              <a:rPr lang="en-US" spc="-105" dirty="0">
                <a:solidFill>
                  <a:srgbClr val="404040"/>
                </a:solidFill>
                <a:cs typeface="Tahoma"/>
              </a:rPr>
              <a:t>because</a:t>
            </a:r>
            <a:r>
              <a:rPr lang="en-US" spc="-210" dirty="0">
                <a:solidFill>
                  <a:srgbClr val="404040"/>
                </a:solidFill>
                <a:cs typeface="Tahoma"/>
              </a:rPr>
              <a:t> </a:t>
            </a:r>
            <a:r>
              <a:rPr lang="en-US" spc="-50" dirty="0">
                <a:solidFill>
                  <a:srgbClr val="404040"/>
                </a:solidFill>
                <a:cs typeface="Tahoma"/>
              </a:rPr>
              <a:t>the</a:t>
            </a:r>
            <a:r>
              <a:rPr lang="en-US" spc="-215" dirty="0">
                <a:solidFill>
                  <a:srgbClr val="404040"/>
                </a:solidFill>
                <a:cs typeface="Tahoma"/>
              </a:rPr>
              <a:t> </a:t>
            </a:r>
            <a:r>
              <a:rPr lang="en-US" spc="-55" dirty="0">
                <a:solidFill>
                  <a:srgbClr val="404040"/>
                </a:solidFill>
                <a:cs typeface="Tahoma"/>
              </a:rPr>
              <a:t>online</a:t>
            </a:r>
            <a:r>
              <a:rPr lang="en-US" spc="-210" dirty="0">
                <a:solidFill>
                  <a:srgbClr val="404040"/>
                </a:solidFill>
                <a:cs typeface="Tahoma"/>
              </a:rPr>
              <a:t> </a:t>
            </a:r>
            <a:r>
              <a:rPr lang="en-US" spc="-80" dirty="0">
                <a:solidFill>
                  <a:srgbClr val="404040"/>
                </a:solidFill>
                <a:cs typeface="Tahoma"/>
              </a:rPr>
              <a:t>system</a:t>
            </a:r>
            <a:r>
              <a:rPr lang="en-US" spc="-225" dirty="0">
                <a:solidFill>
                  <a:srgbClr val="404040"/>
                </a:solidFill>
                <a:cs typeface="Tahoma"/>
              </a:rPr>
              <a:t> </a:t>
            </a:r>
            <a:r>
              <a:rPr lang="en-US" spc="-20" dirty="0">
                <a:solidFill>
                  <a:srgbClr val="404040"/>
                </a:solidFill>
                <a:cs typeface="Tahoma"/>
              </a:rPr>
              <a:t>will attract</a:t>
            </a:r>
            <a:r>
              <a:rPr lang="en-US" spc="-190" dirty="0">
                <a:solidFill>
                  <a:srgbClr val="404040"/>
                </a:solidFill>
                <a:cs typeface="Tahoma"/>
              </a:rPr>
              <a:t> </a:t>
            </a:r>
            <a:r>
              <a:rPr lang="en-US" spc="-100" dirty="0">
                <a:solidFill>
                  <a:srgbClr val="404040"/>
                </a:solidFill>
                <a:cs typeface="Tahoma"/>
              </a:rPr>
              <a:t>more</a:t>
            </a:r>
            <a:r>
              <a:rPr lang="en-US" spc="-170" dirty="0">
                <a:solidFill>
                  <a:srgbClr val="404040"/>
                </a:solidFill>
                <a:cs typeface="Tahoma"/>
              </a:rPr>
              <a:t> </a:t>
            </a:r>
            <a:r>
              <a:rPr lang="en-US" spc="-70" dirty="0">
                <a:solidFill>
                  <a:srgbClr val="404040"/>
                </a:solidFill>
                <a:cs typeface="Tahoma"/>
              </a:rPr>
              <a:t>customers</a:t>
            </a:r>
            <a:r>
              <a:rPr lang="en-US" spc="-170" dirty="0">
                <a:solidFill>
                  <a:srgbClr val="404040"/>
                </a:solidFill>
                <a:cs typeface="Tahoma"/>
              </a:rPr>
              <a:t> </a:t>
            </a:r>
            <a:r>
              <a:rPr lang="en-US" spc="-100" dirty="0">
                <a:solidFill>
                  <a:srgbClr val="404040"/>
                </a:solidFill>
                <a:cs typeface="Tahoma"/>
              </a:rPr>
              <a:t>and</a:t>
            </a:r>
            <a:r>
              <a:rPr lang="en-US" spc="-185" dirty="0">
                <a:solidFill>
                  <a:srgbClr val="404040"/>
                </a:solidFill>
                <a:cs typeface="Tahoma"/>
              </a:rPr>
              <a:t> </a:t>
            </a:r>
            <a:r>
              <a:rPr lang="en-US" spc="-75" dirty="0">
                <a:solidFill>
                  <a:srgbClr val="404040"/>
                </a:solidFill>
                <a:cs typeface="Tahoma"/>
              </a:rPr>
              <a:t>no</a:t>
            </a:r>
            <a:r>
              <a:rPr lang="en-US" spc="-175" dirty="0">
                <a:solidFill>
                  <a:srgbClr val="404040"/>
                </a:solidFill>
                <a:cs typeface="Tahoma"/>
              </a:rPr>
              <a:t> </a:t>
            </a:r>
            <a:r>
              <a:rPr lang="en-US" spc="-105" dirty="0">
                <a:solidFill>
                  <a:srgbClr val="404040"/>
                </a:solidFill>
                <a:cs typeface="Tahoma"/>
              </a:rPr>
              <a:t>need</a:t>
            </a:r>
            <a:r>
              <a:rPr lang="en-US" spc="-185" dirty="0">
                <a:solidFill>
                  <a:srgbClr val="404040"/>
                </a:solidFill>
                <a:cs typeface="Tahoma"/>
              </a:rPr>
              <a:t> </a:t>
            </a:r>
            <a:r>
              <a:rPr lang="en-US" dirty="0">
                <a:solidFill>
                  <a:srgbClr val="404040"/>
                </a:solidFill>
                <a:cs typeface="Tahoma"/>
              </a:rPr>
              <a:t>to</a:t>
            </a:r>
            <a:r>
              <a:rPr lang="en-US" spc="-180" dirty="0">
                <a:solidFill>
                  <a:srgbClr val="404040"/>
                </a:solidFill>
                <a:cs typeface="Tahoma"/>
              </a:rPr>
              <a:t> </a:t>
            </a:r>
            <a:r>
              <a:rPr lang="en-US" spc="-70" dirty="0">
                <a:solidFill>
                  <a:srgbClr val="404040"/>
                </a:solidFill>
                <a:cs typeface="Tahoma"/>
              </a:rPr>
              <a:t>stay</a:t>
            </a:r>
            <a:r>
              <a:rPr lang="en-US" spc="-165" dirty="0">
                <a:solidFill>
                  <a:srgbClr val="404040"/>
                </a:solidFill>
                <a:cs typeface="Tahoma"/>
              </a:rPr>
              <a:t> </a:t>
            </a:r>
            <a:r>
              <a:rPr lang="en-US" spc="-125" dirty="0">
                <a:solidFill>
                  <a:srgbClr val="404040"/>
                </a:solidFill>
                <a:cs typeface="Tahoma"/>
              </a:rPr>
              <a:t>many</a:t>
            </a:r>
            <a:r>
              <a:rPr lang="en-US" spc="-170" dirty="0">
                <a:solidFill>
                  <a:srgbClr val="404040"/>
                </a:solidFill>
                <a:cs typeface="Tahoma"/>
              </a:rPr>
              <a:t> </a:t>
            </a:r>
            <a:r>
              <a:rPr lang="en-US" spc="-30" dirty="0">
                <a:solidFill>
                  <a:srgbClr val="404040"/>
                </a:solidFill>
                <a:cs typeface="Tahoma"/>
              </a:rPr>
              <a:t>staffs</a:t>
            </a:r>
            <a:r>
              <a:rPr lang="en-US" spc="-195" dirty="0">
                <a:solidFill>
                  <a:srgbClr val="404040"/>
                </a:solidFill>
                <a:cs typeface="Tahoma"/>
              </a:rPr>
              <a:t> </a:t>
            </a:r>
            <a:r>
              <a:rPr lang="en-US" spc="-40" dirty="0">
                <a:solidFill>
                  <a:srgbClr val="404040"/>
                </a:solidFill>
                <a:cs typeface="Tahoma"/>
              </a:rPr>
              <a:t>at</a:t>
            </a:r>
            <a:r>
              <a:rPr lang="en-US" spc="-185" dirty="0">
                <a:solidFill>
                  <a:srgbClr val="404040"/>
                </a:solidFill>
                <a:cs typeface="Tahoma"/>
              </a:rPr>
              <a:t> </a:t>
            </a:r>
            <a:r>
              <a:rPr lang="en-US" spc="-25" dirty="0">
                <a:solidFill>
                  <a:srgbClr val="404040"/>
                </a:solidFill>
                <a:cs typeface="Tahoma"/>
              </a:rPr>
              <a:t>the </a:t>
            </a:r>
            <a:r>
              <a:rPr lang="en-US" spc="-65" dirty="0">
                <a:solidFill>
                  <a:srgbClr val="404040"/>
                </a:solidFill>
                <a:cs typeface="Tahoma"/>
              </a:rPr>
              <a:t>counter</a:t>
            </a:r>
            <a:r>
              <a:rPr lang="en-US" spc="-195" dirty="0">
                <a:solidFill>
                  <a:srgbClr val="404040"/>
                </a:solidFill>
                <a:cs typeface="Tahoma"/>
              </a:rPr>
              <a:t> </a:t>
            </a:r>
            <a:r>
              <a:rPr lang="en-US" dirty="0">
                <a:solidFill>
                  <a:srgbClr val="404040"/>
                </a:solidFill>
                <a:cs typeface="Tahoma"/>
              </a:rPr>
              <a:t>to</a:t>
            </a:r>
            <a:r>
              <a:rPr lang="en-US" spc="-175" dirty="0">
                <a:solidFill>
                  <a:srgbClr val="404040"/>
                </a:solidFill>
                <a:cs typeface="Tahoma"/>
              </a:rPr>
              <a:t> </a:t>
            </a:r>
            <a:r>
              <a:rPr lang="en-US" spc="-40" dirty="0">
                <a:solidFill>
                  <a:srgbClr val="404040"/>
                </a:solidFill>
                <a:cs typeface="Tahoma"/>
              </a:rPr>
              <a:t>sell</a:t>
            </a:r>
            <a:r>
              <a:rPr lang="en-US" spc="-160" dirty="0">
                <a:solidFill>
                  <a:srgbClr val="404040"/>
                </a:solidFill>
                <a:cs typeface="Tahoma"/>
              </a:rPr>
              <a:t> </a:t>
            </a:r>
            <a:r>
              <a:rPr lang="en-US" spc="-70" dirty="0">
                <a:solidFill>
                  <a:srgbClr val="404040"/>
                </a:solidFill>
                <a:cs typeface="Tahoma"/>
              </a:rPr>
              <a:t>bus</a:t>
            </a:r>
            <a:r>
              <a:rPr lang="en-US" spc="-165" dirty="0">
                <a:solidFill>
                  <a:srgbClr val="404040"/>
                </a:solidFill>
                <a:cs typeface="Tahoma"/>
              </a:rPr>
              <a:t> </a:t>
            </a:r>
            <a:r>
              <a:rPr lang="en-US" spc="-30" dirty="0">
                <a:solidFill>
                  <a:srgbClr val="404040"/>
                </a:solidFill>
                <a:cs typeface="Tahoma"/>
              </a:rPr>
              <a:t>ticket</a:t>
            </a:r>
            <a:r>
              <a:rPr lang="en-US" spc="-180" dirty="0">
                <a:solidFill>
                  <a:srgbClr val="404040"/>
                </a:solidFill>
                <a:cs typeface="Tahoma"/>
              </a:rPr>
              <a:t> </a:t>
            </a:r>
            <a:r>
              <a:rPr lang="en-US" spc="-105" dirty="0">
                <a:solidFill>
                  <a:srgbClr val="404040"/>
                </a:solidFill>
                <a:cs typeface="Tahoma"/>
              </a:rPr>
              <a:t>because</a:t>
            </a:r>
            <a:r>
              <a:rPr lang="en-US" spc="-180" dirty="0">
                <a:solidFill>
                  <a:srgbClr val="404040"/>
                </a:solidFill>
                <a:cs typeface="Tahoma"/>
              </a:rPr>
              <a:t> </a:t>
            </a:r>
            <a:r>
              <a:rPr lang="en-US" spc="-25" dirty="0">
                <a:solidFill>
                  <a:srgbClr val="404040"/>
                </a:solidFill>
                <a:cs typeface="Tahoma"/>
              </a:rPr>
              <a:t>ticket</a:t>
            </a:r>
            <a:r>
              <a:rPr lang="en-US" spc="-185" dirty="0">
                <a:solidFill>
                  <a:srgbClr val="404040"/>
                </a:solidFill>
                <a:cs typeface="Tahoma"/>
              </a:rPr>
              <a:t> </a:t>
            </a:r>
            <a:r>
              <a:rPr lang="en-US" spc="-90" dirty="0">
                <a:solidFill>
                  <a:srgbClr val="404040"/>
                </a:solidFill>
                <a:cs typeface="Tahoma"/>
              </a:rPr>
              <a:t>can</a:t>
            </a:r>
            <a:r>
              <a:rPr lang="en-US" spc="-135" dirty="0">
                <a:solidFill>
                  <a:srgbClr val="404040"/>
                </a:solidFill>
                <a:cs typeface="Tahoma"/>
              </a:rPr>
              <a:t> </a:t>
            </a:r>
            <a:r>
              <a:rPr lang="en-US" spc="-110" dirty="0">
                <a:solidFill>
                  <a:srgbClr val="404040"/>
                </a:solidFill>
                <a:cs typeface="Tahoma"/>
              </a:rPr>
              <a:t>be</a:t>
            </a:r>
            <a:r>
              <a:rPr lang="en-US" spc="-180" dirty="0">
                <a:solidFill>
                  <a:srgbClr val="404040"/>
                </a:solidFill>
                <a:cs typeface="Tahoma"/>
              </a:rPr>
              <a:t> </a:t>
            </a:r>
            <a:r>
              <a:rPr lang="en-US" spc="-50" dirty="0">
                <a:solidFill>
                  <a:srgbClr val="404040"/>
                </a:solidFill>
                <a:cs typeface="Tahoma"/>
              </a:rPr>
              <a:t>hold</a:t>
            </a:r>
            <a:r>
              <a:rPr lang="en-US" spc="-150" dirty="0">
                <a:solidFill>
                  <a:srgbClr val="404040"/>
                </a:solidFill>
                <a:cs typeface="Tahoma"/>
              </a:rPr>
              <a:t> </a:t>
            </a:r>
            <a:r>
              <a:rPr lang="en-US" spc="-55" dirty="0">
                <a:solidFill>
                  <a:srgbClr val="404040"/>
                </a:solidFill>
                <a:cs typeface="Tahoma"/>
              </a:rPr>
              <a:t>efficiency</a:t>
            </a:r>
            <a:r>
              <a:rPr lang="en-US" spc="-210" dirty="0">
                <a:solidFill>
                  <a:srgbClr val="404040"/>
                </a:solidFill>
                <a:cs typeface="Tahoma"/>
              </a:rPr>
              <a:t> </a:t>
            </a:r>
            <a:r>
              <a:rPr lang="en-US" spc="-35" dirty="0">
                <a:solidFill>
                  <a:srgbClr val="404040"/>
                </a:solidFill>
                <a:cs typeface="Tahoma"/>
              </a:rPr>
              <a:t>online.</a:t>
            </a:r>
            <a:endParaRPr lang="en-US" dirty="0">
              <a:cs typeface="Tahoma"/>
            </a:endParaRPr>
          </a:p>
          <a:p>
            <a:pPr algn="l"/>
            <a:endParaRPr lang="en-IN" dirty="0"/>
          </a:p>
        </p:txBody>
      </p:sp>
    </p:spTree>
    <p:extLst>
      <p:ext uri="{BB962C8B-B14F-4D97-AF65-F5344CB8AC3E}">
        <p14:creationId xmlns:p14="http://schemas.microsoft.com/office/powerpoint/2010/main" val="2652904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5AD24-3185-D6C7-9189-AD098B3AB509}"/>
              </a:ext>
            </a:extLst>
          </p:cNvPr>
          <p:cNvSpPr>
            <a:spLocks noGrp="1"/>
          </p:cNvSpPr>
          <p:nvPr>
            <p:ph type="ctrTitle"/>
          </p:nvPr>
        </p:nvSpPr>
        <p:spPr>
          <a:xfrm>
            <a:off x="837398" y="317417"/>
            <a:ext cx="9830602" cy="933867"/>
          </a:xfrm>
        </p:spPr>
        <p:txBody>
          <a:bodyPr>
            <a:normAutofit/>
          </a:bodyPr>
          <a:lstStyle/>
          <a:p>
            <a:pPr algn="l"/>
            <a:r>
              <a:rPr lang="en-US" sz="3200" dirty="0">
                <a:solidFill>
                  <a:srgbClr val="0070C0"/>
                </a:solidFill>
                <a:latin typeface="+mn-lt"/>
              </a:rPr>
              <a:t>Problem Statement:</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209CB034-DB95-77BA-E755-25BACB37DA85}"/>
              </a:ext>
            </a:extLst>
          </p:cNvPr>
          <p:cNvSpPr>
            <a:spLocks noGrp="1"/>
          </p:cNvSpPr>
          <p:nvPr>
            <p:ph type="subTitle" idx="1"/>
          </p:nvPr>
        </p:nvSpPr>
        <p:spPr>
          <a:xfrm>
            <a:off x="837398" y="1135781"/>
            <a:ext cx="9830602" cy="5082139"/>
          </a:xfrm>
        </p:spPr>
        <p:txBody>
          <a:bodyPr>
            <a:normAutofit fontScale="40000" lnSpcReduction="20000"/>
          </a:bodyPr>
          <a:lstStyle/>
          <a:p>
            <a:pPr marL="469265" marR="155575" indent="-457200" algn="l">
              <a:lnSpc>
                <a:spcPct val="100000"/>
              </a:lnSpc>
              <a:spcBef>
                <a:spcPts val="90"/>
              </a:spcBef>
              <a:buFont typeface="Arial" panose="020B0604020202020204" pitchFamily="34" charset="0"/>
              <a:buChar char="•"/>
              <a:tabLst>
                <a:tab pos="411480" algn="l"/>
              </a:tabLst>
            </a:pPr>
            <a:r>
              <a:rPr lang="en-US" sz="6000" spc="80" dirty="0">
                <a:solidFill>
                  <a:srgbClr val="4D5155"/>
                </a:solidFill>
                <a:cs typeface="Tahoma"/>
              </a:rPr>
              <a:t>A</a:t>
            </a:r>
            <a:r>
              <a:rPr lang="en-US" sz="6000" spc="-140" dirty="0">
                <a:solidFill>
                  <a:srgbClr val="4D5155"/>
                </a:solidFill>
                <a:cs typeface="Tahoma"/>
              </a:rPr>
              <a:t> </a:t>
            </a:r>
            <a:r>
              <a:rPr lang="en-US" sz="6000" spc="-70" dirty="0">
                <a:solidFill>
                  <a:srgbClr val="4D5155"/>
                </a:solidFill>
                <a:cs typeface="Tahoma"/>
              </a:rPr>
              <a:t>bus</a:t>
            </a:r>
            <a:r>
              <a:rPr lang="en-US" sz="6000" spc="-130" dirty="0">
                <a:solidFill>
                  <a:srgbClr val="4D5155"/>
                </a:solidFill>
                <a:cs typeface="Tahoma"/>
              </a:rPr>
              <a:t> </a:t>
            </a:r>
            <a:r>
              <a:rPr lang="en-US" sz="6000" spc="-55" dirty="0">
                <a:solidFill>
                  <a:srgbClr val="4D5155"/>
                </a:solidFill>
                <a:cs typeface="Tahoma"/>
              </a:rPr>
              <a:t>reservation</a:t>
            </a:r>
            <a:r>
              <a:rPr lang="en-US" sz="6000" spc="-114" dirty="0">
                <a:solidFill>
                  <a:srgbClr val="4D5155"/>
                </a:solidFill>
                <a:cs typeface="Tahoma"/>
              </a:rPr>
              <a:t> </a:t>
            </a:r>
            <a:r>
              <a:rPr lang="en-US" sz="6000" spc="-75" dirty="0">
                <a:solidFill>
                  <a:srgbClr val="4D5155"/>
                </a:solidFill>
                <a:cs typeface="Tahoma"/>
              </a:rPr>
              <a:t>system</a:t>
            </a:r>
            <a:r>
              <a:rPr lang="en-US" sz="6000" spc="-140" dirty="0">
                <a:solidFill>
                  <a:srgbClr val="4D5155"/>
                </a:solidFill>
                <a:cs typeface="Tahoma"/>
              </a:rPr>
              <a:t> </a:t>
            </a:r>
            <a:r>
              <a:rPr lang="en-US" sz="6000" spc="-20" dirty="0">
                <a:solidFill>
                  <a:srgbClr val="4D5155"/>
                </a:solidFill>
                <a:cs typeface="Tahoma"/>
              </a:rPr>
              <a:t>is</a:t>
            </a:r>
            <a:r>
              <a:rPr lang="en-US" sz="6000" spc="-155" dirty="0">
                <a:solidFill>
                  <a:srgbClr val="4D5155"/>
                </a:solidFill>
                <a:cs typeface="Tahoma"/>
              </a:rPr>
              <a:t> </a:t>
            </a:r>
            <a:r>
              <a:rPr lang="en-US" sz="6000" spc="-100" dirty="0">
                <a:solidFill>
                  <a:srgbClr val="4D5155"/>
                </a:solidFill>
                <a:cs typeface="Tahoma"/>
              </a:rPr>
              <a:t>a</a:t>
            </a:r>
            <a:r>
              <a:rPr lang="en-US" sz="6000" spc="-140" dirty="0">
                <a:solidFill>
                  <a:srgbClr val="4D5155"/>
                </a:solidFill>
                <a:cs typeface="Tahoma"/>
              </a:rPr>
              <a:t> </a:t>
            </a:r>
            <a:r>
              <a:rPr lang="en-US" sz="6000" spc="-65" dirty="0">
                <a:solidFill>
                  <a:srgbClr val="4D5155"/>
                </a:solidFill>
                <a:cs typeface="Tahoma"/>
              </a:rPr>
              <a:t>mobile</a:t>
            </a:r>
            <a:r>
              <a:rPr lang="en-US" sz="6000" spc="-130" dirty="0">
                <a:solidFill>
                  <a:srgbClr val="4D5155"/>
                </a:solidFill>
                <a:cs typeface="Tahoma"/>
              </a:rPr>
              <a:t> </a:t>
            </a:r>
            <a:r>
              <a:rPr lang="en-US" sz="6000" spc="-25" dirty="0">
                <a:solidFill>
                  <a:srgbClr val="4D5155"/>
                </a:solidFill>
                <a:cs typeface="Tahoma"/>
              </a:rPr>
              <a:t>or</a:t>
            </a:r>
            <a:r>
              <a:rPr lang="en-US" sz="6000" spc="-114" dirty="0">
                <a:solidFill>
                  <a:srgbClr val="4D5155"/>
                </a:solidFill>
                <a:cs typeface="Tahoma"/>
              </a:rPr>
              <a:t> </a:t>
            </a:r>
            <a:r>
              <a:rPr lang="en-US" sz="6000" spc="-120" dirty="0">
                <a:solidFill>
                  <a:srgbClr val="4D5155"/>
                </a:solidFill>
                <a:cs typeface="Tahoma"/>
              </a:rPr>
              <a:t>web</a:t>
            </a:r>
            <a:r>
              <a:rPr lang="en-US" sz="6000" spc="-140" dirty="0">
                <a:solidFill>
                  <a:srgbClr val="4D5155"/>
                </a:solidFill>
                <a:cs typeface="Tahoma"/>
              </a:rPr>
              <a:t> </a:t>
            </a:r>
            <a:r>
              <a:rPr lang="en-US" sz="6000" spc="-65" dirty="0">
                <a:solidFill>
                  <a:srgbClr val="4D5155"/>
                </a:solidFill>
                <a:cs typeface="Tahoma"/>
              </a:rPr>
              <a:t>software</a:t>
            </a:r>
            <a:r>
              <a:rPr lang="en-US" sz="6000" spc="-110" dirty="0">
                <a:solidFill>
                  <a:srgbClr val="4D5155"/>
                </a:solidFill>
                <a:cs typeface="Tahoma"/>
              </a:rPr>
              <a:t> </a:t>
            </a:r>
            <a:r>
              <a:rPr lang="en-US" sz="6000" spc="-35" dirty="0">
                <a:solidFill>
                  <a:srgbClr val="4D5155"/>
                </a:solidFill>
                <a:cs typeface="Tahoma"/>
              </a:rPr>
              <a:t>solution</a:t>
            </a:r>
            <a:r>
              <a:rPr lang="en-US" sz="6000" spc="-95" dirty="0">
                <a:solidFill>
                  <a:srgbClr val="4D5155"/>
                </a:solidFill>
                <a:cs typeface="Tahoma"/>
              </a:rPr>
              <a:t> </a:t>
            </a:r>
            <a:r>
              <a:rPr lang="en-US" sz="6000" spc="-70" dirty="0">
                <a:solidFill>
                  <a:srgbClr val="4D5155"/>
                </a:solidFill>
                <a:cs typeface="Tahoma"/>
              </a:rPr>
              <a:t>designed</a:t>
            </a:r>
            <a:r>
              <a:rPr lang="en-US" sz="6000" spc="-155" dirty="0">
                <a:solidFill>
                  <a:srgbClr val="4D5155"/>
                </a:solidFill>
                <a:cs typeface="Tahoma"/>
              </a:rPr>
              <a:t> </a:t>
            </a:r>
            <a:r>
              <a:rPr lang="en-US" sz="6000" dirty="0">
                <a:solidFill>
                  <a:srgbClr val="4D5155"/>
                </a:solidFill>
                <a:cs typeface="Tahoma"/>
              </a:rPr>
              <a:t>to</a:t>
            </a:r>
            <a:r>
              <a:rPr lang="en-US" sz="6000" spc="-35" dirty="0">
                <a:solidFill>
                  <a:srgbClr val="4D5155"/>
                </a:solidFill>
                <a:cs typeface="Tahoma"/>
              </a:rPr>
              <a:t> </a:t>
            </a:r>
            <a:r>
              <a:rPr lang="en-US" sz="6000" spc="-10" dirty="0">
                <a:solidFill>
                  <a:srgbClr val="4D5155"/>
                </a:solidFill>
                <a:cs typeface="Tahoma"/>
              </a:rPr>
              <a:t>provide </a:t>
            </a:r>
            <a:r>
              <a:rPr lang="en-US" sz="6000" spc="-55" dirty="0">
                <a:solidFill>
                  <a:srgbClr val="4D5155"/>
                </a:solidFill>
                <a:cs typeface="Tahoma"/>
              </a:rPr>
              <a:t>customers</a:t>
            </a:r>
            <a:r>
              <a:rPr lang="en-US" sz="6000" spc="-150" dirty="0">
                <a:solidFill>
                  <a:srgbClr val="4D5155"/>
                </a:solidFill>
                <a:cs typeface="Tahoma"/>
              </a:rPr>
              <a:t> </a:t>
            </a:r>
            <a:r>
              <a:rPr lang="en-US" sz="6000" spc="-30" dirty="0">
                <a:solidFill>
                  <a:srgbClr val="4D5155"/>
                </a:solidFill>
                <a:cs typeface="Tahoma"/>
              </a:rPr>
              <a:t>with</a:t>
            </a:r>
            <a:r>
              <a:rPr lang="en-US" sz="6000" spc="-180" dirty="0">
                <a:solidFill>
                  <a:srgbClr val="4D5155"/>
                </a:solidFill>
                <a:cs typeface="Tahoma"/>
              </a:rPr>
              <a:t> </a:t>
            </a:r>
            <a:r>
              <a:rPr lang="en-US" sz="6000" spc="-100" dirty="0">
                <a:solidFill>
                  <a:srgbClr val="4D5155"/>
                </a:solidFill>
                <a:cs typeface="Tahoma"/>
              </a:rPr>
              <a:t>a</a:t>
            </a:r>
            <a:r>
              <a:rPr lang="en-US" sz="6000" spc="-80" dirty="0">
                <a:solidFill>
                  <a:srgbClr val="4D5155"/>
                </a:solidFill>
                <a:cs typeface="Tahoma"/>
              </a:rPr>
              <a:t> </a:t>
            </a:r>
            <a:r>
              <a:rPr lang="en-US" sz="6000" spc="-55" dirty="0">
                <a:solidFill>
                  <a:srgbClr val="4D5155"/>
                </a:solidFill>
                <a:cs typeface="Tahoma"/>
              </a:rPr>
              <a:t>personalized</a:t>
            </a:r>
            <a:r>
              <a:rPr lang="en-US" sz="6000" spc="-180" dirty="0">
                <a:solidFill>
                  <a:srgbClr val="4D5155"/>
                </a:solidFill>
                <a:cs typeface="Tahoma"/>
              </a:rPr>
              <a:t> </a:t>
            </a:r>
            <a:r>
              <a:rPr lang="en-US" sz="6000" spc="-40" dirty="0">
                <a:solidFill>
                  <a:srgbClr val="4D5155"/>
                </a:solidFill>
                <a:cs typeface="Tahoma"/>
              </a:rPr>
              <a:t>easy-</a:t>
            </a:r>
            <a:r>
              <a:rPr lang="en-US" sz="6000" dirty="0">
                <a:solidFill>
                  <a:srgbClr val="4D5155"/>
                </a:solidFill>
                <a:cs typeface="Tahoma"/>
              </a:rPr>
              <a:t>to-</a:t>
            </a:r>
            <a:r>
              <a:rPr lang="en-US" sz="6000" spc="-30" dirty="0">
                <a:solidFill>
                  <a:srgbClr val="4D5155"/>
                </a:solidFill>
                <a:cs typeface="Tahoma"/>
              </a:rPr>
              <a:t>utilize</a:t>
            </a:r>
            <a:r>
              <a:rPr lang="en-US" sz="6000" spc="-185" dirty="0">
                <a:solidFill>
                  <a:srgbClr val="4D5155"/>
                </a:solidFill>
                <a:cs typeface="Tahoma"/>
              </a:rPr>
              <a:t> </a:t>
            </a:r>
            <a:r>
              <a:rPr lang="en-US" sz="6000" spc="-45" dirty="0">
                <a:solidFill>
                  <a:srgbClr val="4D5155"/>
                </a:solidFill>
                <a:cs typeface="Tahoma"/>
              </a:rPr>
              <a:t>user</a:t>
            </a:r>
            <a:r>
              <a:rPr lang="en-US" sz="6000" spc="-160" dirty="0">
                <a:solidFill>
                  <a:srgbClr val="4D5155"/>
                </a:solidFill>
                <a:cs typeface="Tahoma"/>
              </a:rPr>
              <a:t> </a:t>
            </a:r>
            <a:r>
              <a:rPr lang="en-US" sz="6000" spc="-70" dirty="0">
                <a:solidFill>
                  <a:srgbClr val="4D5155"/>
                </a:solidFill>
                <a:cs typeface="Tahoma"/>
              </a:rPr>
              <a:t>experience</a:t>
            </a:r>
            <a:r>
              <a:rPr lang="en-US" sz="6000" spc="-180" dirty="0">
                <a:solidFill>
                  <a:srgbClr val="4D5155"/>
                </a:solidFill>
                <a:cs typeface="Tahoma"/>
              </a:rPr>
              <a:t> </a:t>
            </a:r>
            <a:r>
              <a:rPr lang="en-US" sz="6000" spc="-10" dirty="0">
                <a:solidFill>
                  <a:srgbClr val="4D5155"/>
                </a:solidFill>
                <a:cs typeface="Tahoma"/>
              </a:rPr>
              <a:t>for</a:t>
            </a:r>
            <a:r>
              <a:rPr lang="en-US" sz="6000" spc="-105" dirty="0">
                <a:solidFill>
                  <a:srgbClr val="4D5155"/>
                </a:solidFill>
                <a:cs typeface="Tahoma"/>
              </a:rPr>
              <a:t> </a:t>
            </a:r>
            <a:r>
              <a:rPr lang="en-US" sz="6000" spc="-45" dirty="0">
                <a:solidFill>
                  <a:srgbClr val="4D5155"/>
                </a:solidFill>
                <a:cs typeface="Tahoma"/>
              </a:rPr>
              <a:t>booking</a:t>
            </a:r>
            <a:r>
              <a:rPr lang="en-US" sz="6000" spc="-185" dirty="0">
                <a:solidFill>
                  <a:srgbClr val="4D5155"/>
                </a:solidFill>
                <a:cs typeface="Tahoma"/>
              </a:rPr>
              <a:t> </a:t>
            </a:r>
            <a:r>
              <a:rPr lang="en-US" sz="6000" spc="-25" dirty="0">
                <a:solidFill>
                  <a:srgbClr val="4D5155"/>
                </a:solidFill>
                <a:cs typeface="Tahoma"/>
              </a:rPr>
              <a:t>and </a:t>
            </a:r>
            <a:r>
              <a:rPr lang="en-US" sz="6000" spc="-60" dirty="0">
                <a:solidFill>
                  <a:srgbClr val="4D5155"/>
                </a:solidFill>
                <a:cs typeface="Tahoma"/>
              </a:rPr>
              <a:t>purchasing</a:t>
            </a:r>
            <a:r>
              <a:rPr lang="en-US" sz="6000" spc="-185" dirty="0">
                <a:solidFill>
                  <a:srgbClr val="4D5155"/>
                </a:solidFill>
                <a:cs typeface="Tahoma"/>
              </a:rPr>
              <a:t> </a:t>
            </a:r>
            <a:r>
              <a:rPr lang="en-US" sz="6000" spc="-20" dirty="0">
                <a:solidFill>
                  <a:srgbClr val="4D5155"/>
                </a:solidFill>
                <a:cs typeface="Tahoma"/>
              </a:rPr>
              <a:t>tickets</a:t>
            </a:r>
            <a:r>
              <a:rPr lang="en-US" sz="6000" spc="-190" dirty="0">
                <a:solidFill>
                  <a:srgbClr val="4D5155"/>
                </a:solidFill>
                <a:cs typeface="Tahoma"/>
              </a:rPr>
              <a:t> </a:t>
            </a:r>
            <a:r>
              <a:rPr lang="en-US" sz="6000" spc="-65" dirty="0">
                <a:solidFill>
                  <a:srgbClr val="4D5155"/>
                </a:solidFill>
                <a:cs typeface="Tahoma"/>
              </a:rPr>
              <a:t>online.</a:t>
            </a:r>
            <a:r>
              <a:rPr lang="en-US" sz="6000" spc="-175" dirty="0">
                <a:solidFill>
                  <a:srgbClr val="4D5155"/>
                </a:solidFill>
                <a:cs typeface="Tahoma"/>
              </a:rPr>
              <a:t> </a:t>
            </a:r>
            <a:r>
              <a:rPr lang="en-US" sz="6000" spc="-95" dirty="0">
                <a:solidFill>
                  <a:srgbClr val="4D5155"/>
                </a:solidFill>
                <a:cs typeface="Tahoma"/>
              </a:rPr>
              <a:t>It</a:t>
            </a:r>
            <a:r>
              <a:rPr lang="en-US" sz="6000" spc="-105" dirty="0">
                <a:solidFill>
                  <a:srgbClr val="4D5155"/>
                </a:solidFill>
                <a:cs typeface="Tahoma"/>
              </a:rPr>
              <a:t> </a:t>
            </a:r>
            <a:r>
              <a:rPr lang="en-US" sz="6000" spc="-50" dirty="0">
                <a:solidFill>
                  <a:srgbClr val="4D5155"/>
                </a:solidFill>
                <a:cs typeface="Tahoma"/>
              </a:rPr>
              <a:t>stores</a:t>
            </a:r>
            <a:r>
              <a:rPr lang="en-US" sz="6000" spc="-85" dirty="0">
                <a:solidFill>
                  <a:srgbClr val="4D5155"/>
                </a:solidFill>
                <a:cs typeface="Tahoma"/>
              </a:rPr>
              <a:t> </a:t>
            </a:r>
            <a:r>
              <a:rPr lang="en-US" sz="6000" spc="-55" dirty="0">
                <a:solidFill>
                  <a:srgbClr val="4D5155"/>
                </a:solidFill>
                <a:cs typeface="Tahoma"/>
              </a:rPr>
              <a:t>customers'</a:t>
            </a:r>
            <a:r>
              <a:rPr lang="en-US" sz="6000" spc="-110" dirty="0">
                <a:solidFill>
                  <a:srgbClr val="4D5155"/>
                </a:solidFill>
                <a:cs typeface="Tahoma"/>
              </a:rPr>
              <a:t> </a:t>
            </a:r>
            <a:r>
              <a:rPr lang="en-US" sz="6000" spc="-55" dirty="0">
                <a:solidFill>
                  <a:srgbClr val="4D5155"/>
                </a:solidFill>
                <a:cs typeface="Tahoma"/>
              </a:rPr>
              <a:t>personal</a:t>
            </a:r>
            <a:r>
              <a:rPr lang="en-US" sz="6000" spc="-110" dirty="0">
                <a:solidFill>
                  <a:srgbClr val="4D5155"/>
                </a:solidFill>
                <a:cs typeface="Tahoma"/>
              </a:rPr>
              <a:t> </a:t>
            </a:r>
            <a:r>
              <a:rPr lang="en-US" sz="6000" spc="-65" dirty="0">
                <a:solidFill>
                  <a:srgbClr val="4D5155"/>
                </a:solidFill>
                <a:cs typeface="Tahoma"/>
              </a:rPr>
              <a:t>data</a:t>
            </a:r>
            <a:r>
              <a:rPr lang="en-US" sz="6000" spc="-110" dirty="0">
                <a:solidFill>
                  <a:srgbClr val="4D5155"/>
                </a:solidFill>
                <a:cs typeface="Tahoma"/>
              </a:rPr>
              <a:t> </a:t>
            </a:r>
            <a:r>
              <a:rPr lang="en-US" sz="6000" spc="-80" dirty="0">
                <a:solidFill>
                  <a:srgbClr val="4D5155"/>
                </a:solidFill>
                <a:cs typeface="Tahoma"/>
              </a:rPr>
              <a:t>records,</a:t>
            </a:r>
            <a:r>
              <a:rPr lang="en-US" sz="6000" spc="-120" dirty="0">
                <a:solidFill>
                  <a:srgbClr val="4D5155"/>
                </a:solidFill>
                <a:cs typeface="Tahoma"/>
              </a:rPr>
              <a:t> </a:t>
            </a:r>
            <a:r>
              <a:rPr lang="en-US" sz="6000" spc="-10" dirty="0">
                <a:solidFill>
                  <a:srgbClr val="4D5155"/>
                </a:solidFill>
                <a:cs typeface="Tahoma"/>
              </a:rPr>
              <a:t>scheduled </a:t>
            </a:r>
            <a:r>
              <a:rPr lang="en-US" sz="6000" spc="-75" dirty="0">
                <a:solidFill>
                  <a:srgbClr val="4D5155"/>
                </a:solidFill>
                <a:cs typeface="Tahoma"/>
              </a:rPr>
              <a:t>routes,</a:t>
            </a:r>
            <a:r>
              <a:rPr lang="en-US" sz="6000" spc="-125" dirty="0">
                <a:solidFill>
                  <a:srgbClr val="4D5155"/>
                </a:solidFill>
                <a:cs typeface="Tahoma"/>
              </a:rPr>
              <a:t> </a:t>
            </a:r>
            <a:r>
              <a:rPr lang="en-US" sz="6000" spc="-60" dirty="0">
                <a:solidFill>
                  <a:srgbClr val="4D5155"/>
                </a:solidFill>
                <a:cs typeface="Tahoma"/>
              </a:rPr>
              <a:t>frequent</a:t>
            </a:r>
            <a:r>
              <a:rPr lang="en-US" sz="6000" spc="-155" dirty="0">
                <a:solidFill>
                  <a:srgbClr val="4D5155"/>
                </a:solidFill>
                <a:cs typeface="Tahoma"/>
              </a:rPr>
              <a:t> </a:t>
            </a:r>
            <a:r>
              <a:rPr lang="en-US" sz="6000" spc="-40" dirty="0">
                <a:solidFill>
                  <a:srgbClr val="4D5155"/>
                </a:solidFill>
                <a:cs typeface="Tahoma"/>
              </a:rPr>
              <a:t>trips,</a:t>
            </a:r>
            <a:r>
              <a:rPr lang="en-US" sz="6000" spc="-195" dirty="0">
                <a:solidFill>
                  <a:srgbClr val="4D5155"/>
                </a:solidFill>
                <a:cs typeface="Tahoma"/>
              </a:rPr>
              <a:t> </a:t>
            </a:r>
            <a:r>
              <a:rPr lang="en-US" sz="6000" spc="-60" dirty="0">
                <a:solidFill>
                  <a:srgbClr val="4D5155"/>
                </a:solidFill>
                <a:cs typeface="Tahoma"/>
              </a:rPr>
              <a:t>drop</a:t>
            </a:r>
            <a:r>
              <a:rPr lang="en-US" sz="6000" spc="-140" dirty="0">
                <a:solidFill>
                  <a:srgbClr val="4D5155"/>
                </a:solidFill>
                <a:cs typeface="Tahoma"/>
              </a:rPr>
              <a:t> </a:t>
            </a:r>
            <a:r>
              <a:rPr lang="en-US" sz="6000" spc="-60" dirty="0">
                <a:solidFill>
                  <a:srgbClr val="4D5155"/>
                </a:solidFill>
                <a:cs typeface="Tahoma"/>
              </a:rPr>
              <a:t>points,</a:t>
            </a:r>
            <a:r>
              <a:rPr lang="en-US" sz="6000" spc="-170" dirty="0">
                <a:solidFill>
                  <a:srgbClr val="4D5155"/>
                </a:solidFill>
                <a:cs typeface="Tahoma"/>
              </a:rPr>
              <a:t> </a:t>
            </a:r>
            <a:r>
              <a:rPr lang="en-US" sz="6000" spc="-85" dirty="0">
                <a:solidFill>
                  <a:srgbClr val="4D5155"/>
                </a:solidFill>
                <a:cs typeface="Tahoma"/>
              </a:rPr>
              <a:t>and</a:t>
            </a:r>
            <a:r>
              <a:rPr lang="en-US" sz="6000" spc="-160" dirty="0">
                <a:solidFill>
                  <a:srgbClr val="4D5155"/>
                </a:solidFill>
                <a:cs typeface="Tahoma"/>
              </a:rPr>
              <a:t> </a:t>
            </a:r>
            <a:r>
              <a:rPr lang="en-US" sz="6000" dirty="0">
                <a:solidFill>
                  <a:srgbClr val="4D5155"/>
                </a:solidFill>
                <a:cs typeface="Tahoma"/>
              </a:rPr>
              <a:t>other</a:t>
            </a:r>
            <a:r>
              <a:rPr lang="en-US" sz="6000" spc="350" dirty="0">
                <a:solidFill>
                  <a:srgbClr val="4D5155"/>
                </a:solidFill>
                <a:cs typeface="Tahoma"/>
              </a:rPr>
              <a:t> </a:t>
            </a:r>
            <a:r>
              <a:rPr lang="en-US" sz="6000" spc="-10" dirty="0">
                <a:solidFill>
                  <a:srgbClr val="4D5155"/>
                </a:solidFill>
                <a:cs typeface="Tahoma"/>
              </a:rPr>
              <a:t>information.</a:t>
            </a:r>
            <a:endParaRPr lang="en-US" sz="6000" dirty="0">
              <a:cs typeface="Tahoma"/>
            </a:endParaRPr>
          </a:p>
          <a:p>
            <a:pPr marL="469265" marR="127000" indent="-457200" algn="l">
              <a:lnSpc>
                <a:spcPct val="100000"/>
              </a:lnSpc>
              <a:spcBef>
                <a:spcPts val="1015"/>
              </a:spcBef>
              <a:buFont typeface="Arial" panose="020B0604020202020204" pitchFamily="34" charset="0"/>
              <a:buChar char="•"/>
              <a:tabLst>
                <a:tab pos="356870" algn="l"/>
              </a:tabLst>
            </a:pPr>
            <a:r>
              <a:rPr lang="en-US" sz="6000" spc="-60" dirty="0">
                <a:solidFill>
                  <a:srgbClr val="4D5155"/>
                </a:solidFill>
                <a:cs typeface="Tahoma"/>
              </a:rPr>
              <a:t>Now</a:t>
            </a:r>
            <a:r>
              <a:rPr lang="en-US" sz="6000" spc="-130" dirty="0">
                <a:solidFill>
                  <a:srgbClr val="4D5155"/>
                </a:solidFill>
                <a:cs typeface="Tahoma"/>
              </a:rPr>
              <a:t> </a:t>
            </a:r>
            <a:r>
              <a:rPr lang="en-US" sz="6000" spc="-100" dirty="0">
                <a:solidFill>
                  <a:srgbClr val="4D5155"/>
                </a:solidFill>
                <a:cs typeface="Tahoma"/>
              </a:rPr>
              <a:t>a</a:t>
            </a:r>
            <a:r>
              <a:rPr lang="en-US" sz="6000" spc="-120" dirty="0">
                <a:solidFill>
                  <a:srgbClr val="4D5155"/>
                </a:solidFill>
                <a:cs typeface="Tahoma"/>
              </a:rPr>
              <a:t> </a:t>
            </a:r>
            <a:r>
              <a:rPr lang="en-US" sz="6000" spc="-85" dirty="0">
                <a:solidFill>
                  <a:srgbClr val="4D5155"/>
                </a:solidFill>
                <a:cs typeface="Tahoma"/>
              </a:rPr>
              <a:t>days</a:t>
            </a:r>
            <a:r>
              <a:rPr lang="en-US" sz="6000" spc="-160" dirty="0">
                <a:solidFill>
                  <a:srgbClr val="4D5155"/>
                </a:solidFill>
                <a:cs typeface="Tahoma"/>
              </a:rPr>
              <a:t> </a:t>
            </a:r>
            <a:r>
              <a:rPr lang="en-US" sz="6000" spc="-50" dirty="0">
                <a:solidFill>
                  <a:srgbClr val="4D5155"/>
                </a:solidFill>
                <a:cs typeface="Tahoma"/>
              </a:rPr>
              <a:t>online</a:t>
            </a:r>
            <a:r>
              <a:rPr lang="en-US" sz="6000" spc="-140" dirty="0">
                <a:solidFill>
                  <a:srgbClr val="4D5155"/>
                </a:solidFill>
                <a:cs typeface="Tahoma"/>
              </a:rPr>
              <a:t> </a:t>
            </a:r>
            <a:r>
              <a:rPr lang="en-US" sz="6000" spc="-30" dirty="0">
                <a:solidFill>
                  <a:srgbClr val="4D5155"/>
                </a:solidFill>
                <a:cs typeface="Tahoma"/>
              </a:rPr>
              <a:t>ticket</a:t>
            </a:r>
            <a:r>
              <a:rPr lang="en-US" sz="6000" spc="-135" dirty="0">
                <a:solidFill>
                  <a:srgbClr val="4D5155"/>
                </a:solidFill>
                <a:cs typeface="Tahoma"/>
              </a:rPr>
              <a:t> </a:t>
            </a:r>
            <a:r>
              <a:rPr lang="en-US" sz="6000" spc="-55" dirty="0">
                <a:solidFill>
                  <a:srgbClr val="4D5155"/>
                </a:solidFill>
                <a:cs typeface="Tahoma"/>
              </a:rPr>
              <a:t>booking</a:t>
            </a:r>
            <a:r>
              <a:rPr lang="en-US" sz="6000" spc="-85" dirty="0">
                <a:solidFill>
                  <a:srgbClr val="4D5155"/>
                </a:solidFill>
                <a:cs typeface="Tahoma"/>
              </a:rPr>
              <a:t> </a:t>
            </a:r>
            <a:r>
              <a:rPr lang="en-US" sz="6000" spc="-225" dirty="0">
                <a:solidFill>
                  <a:srgbClr val="4D5155"/>
                </a:solidFill>
                <a:cs typeface="Tahoma"/>
              </a:rPr>
              <a:t>,</a:t>
            </a:r>
            <a:r>
              <a:rPr lang="en-US" sz="6000" spc="-150" dirty="0">
                <a:solidFill>
                  <a:srgbClr val="4D5155"/>
                </a:solidFill>
                <a:cs typeface="Tahoma"/>
              </a:rPr>
              <a:t> </a:t>
            </a:r>
            <a:r>
              <a:rPr lang="en-US" sz="6000" spc="-65" dirty="0">
                <a:solidFill>
                  <a:srgbClr val="4D5155"/>
                </a:solidFill>
                <a:cs typeface="Tahoma"/>
              </a:rPr>
              <a:t>customers</a:t>
            </a:r>
            <a:r>
              <a:rPr lang="en-US" sz="6000" spc="-110" dirty="0">
                <a:solidFill>
                  <a:srgbClr val="4D5155"/>
                </a:solidFill>
                <a:cs typeface="Tahoma"/>
              </a:rPr>
              <a:t> </a:t>
            </a:r>
            <a:r>
              <a:rPr lang="en-US" sz="6000" spc="-90" dirty="0">
                <a:solidFill>
                  <a:srgbClr val="4D5155"/>
                </a:solidFill>
                <a:cs typeface="Tahoma"/>
              </a:rPr>
              <a:t>can</a:t>
            </a:r>
            <a:r>
              <a:rPr lang="en-US" sz="6000" spc="-145" dirty="0">
                <a:solidFill>
                  <a:srgbClr val="4D5155"/>
                </a:solidFill>
                <a:cs typeface="Tahoma"/>
              </a:rPr>
              <a:t> </a:t>
            </a:r>
            <a:r>
              <a:rPr lang="en-US" sz="6000" spc="-60" dirty="0">
                <a:solidFill>
                  <a:srgbClr val="4D5155"/>
                </a:solidFill>
                <a:cs typeface="Tahoma"/>
              </a:rPr>
              <a:t>book</a:t>
            </a:r>
            <a:r>
              <a:rPr lang="en-US" sz="6000" spc="-105" dirty="0">
                <a:solidFill>
                  <a:srgbClr val="4D5155"/>
                </a:solidFill>
                <a:cs typeface="Tahoma"/>
              </a:rPr>
              <a:t> </a:t>
            </a:r>
            <a:r>
              <a:rPr lang="en-US" sz="6000" spc="-45" dirty="0">
                <a:solidFill>
                  <a:srgbClr val="4D5155"/>
                </a:solidFill>
                <a:cs typeface="Tahoma"/>
              </a:rPr>
              <a:t>the</a:t>
            </a:r>
            <a:r>
              <a:rPr lang="en-US" sz="6000" spc="-114" dirty="0">
                <a:solidFill>
                  <a:srgbClr val="4D5155"/>
                </a:solidFill>
                <a:cs typeface="Tahoma"/>
              </a:rPr>
              <a:t> </a:t>
            </a:r>
            <a:r>
              <a:rPr lang="en-US" sz="6000" spc="-55" dirty="0">
                <a:solidFill>
                  <a:srgbClr val="4D5155"/>
                </a:solidFill>
                <a:cs typeface="Tahoma"/>
              </a:rPr>
              <a:t>ticket,</a:t>
            </a:r>
            <a:r>
              <a:rPr lang="en-US" sz="6000" spc="-130" dirty="0">
                <a:solidFill>
                  <a:srgbClr val="4D5155"/>
                </a:solidFill>
                <a:cs typeface="Tahoma"/>
              </a:rPr>
              <a:t> </a:t>
            </a:r>
            <a:r>
              <a:rPr lang="en-US" sz="6000" spc="-90" dirty="0">
                <a:solidFill>
                  <a:srgbClr val="4D5155"/>
                </a:solidFill>
                <a:cs typeface="Tahoma"/>
              </a:rPr>
              <a:t>buy</a:t>
            </a:r>
            <a:r>
              <a:rPr lang="en-US" sz="6000" spc="-125" dirty="0">
                <a:solidFill>
                  <a:srgbClr val="4D5155"/>
                </a:solidFill>
                <a:cs typeface="Tahoma"/>
              </a:rPr>
              <a:t> </a:t>
            </a:r>
            <a:r>
              <a:rPr lang="en-US" sz="6000" spc="-50" dirty="0">
                <a:solidFill>
                  <a:srgbClr val="4D5155"/>
                </a:solidFill>
                <a:cs typeface="Tahoma"/>
              </a:rPr>
              <a:t>the</a:t>
            </a:r>
            <a:r>
              <a:rPr lang="en-US" sz="6000" spc="-135" dirty="0">
                <a:solidFill>
                  <a:srgbClr val="4D5155"/>
                </a:solidFill>
                <a:cs typeface="Tahoma"/>
              </a:rPr>
              <a:t> </a:t>
            </a:r>
            <a:r>
              <a:rPr lang="en-US" sz="6000" spc="-10" dirty="0">
                <a:solidFill>
                  <a:srgbClr val="4D5155"/>
                </a:solidFill>
                <a:cs typeface="Tahoma"/>
              </a:rPr>
              <a:t>ticket, </a:t>
            </a:r>
            <a:r>
              <a:rPr lang="en-US" sz="6000" spc="-85" dirty="0">
                <a:solidFill>
                  <a:srgbClr val="4D5155"/>
                </a:solidFill>
                <a:cs typeface="Tahoma"/>
              </a:rPr>
              <a:t>and</a:t>
            </a:r>
            <a:r>
              <a:rPr lang="en-US" sz="6000" spc="-135" dirty="0">
                <a:solidFill>
                  <a:srgbClr val="4D5155"/>
                </a:solidFill>
                <a:cs typeface="Tahoma"/>
              </a:rPr>
              <a:t> </a:t>
            </a:r>
            <a:r>
              <a:rPr lang="en-US" sz="6000" spc="-65" dirty="0">
                <a:solidFill>
                  <a:srgbClr val="4D5155"/>
                </a:solidFill>
                <a:cs typeface="Tahoma"/>
              </a:rPr>
              <a:t>scheduling</a:t>
            </a:r>
            <a:r>
              <a:rPr lang="en-US" sz="6000" spc="-170" dirty="0">
                <a:solidFill>
                  <a:srgbClr val="4D5155"/>
                </a:solidFill>
                <a:cs typeface="Tahoma"/>
              </a:rPr>
              <a:t> </a:t>
            </a:r>
            <a:r>
              <a:rPr lang="en-US" sz="6000" spc="-45" dirty="0">
                <a:solidFill>
                  <a:srgbClr val="4D5155"/>
                </a:solidFill>
                <a:cs typeface="Tahoma"/>
              </a:rPr>
              <a:t>the</a:t>
            </a:r>
            <a:r>
              <a:rPr lang="en-US" sz="6000" spc="-100" dirty="0">
                <a:solidFill>
                  <a:srgbClr val="4D5155"/>
                </a:solidFill>
                <a:cs typeface="Tahoma"/>
              </a:rPr>
              <a:t> </a:t>
            </a:r>
            <a:r>
              <a:rPr lang="en-US" sz="6000" spc="-80" dirty="0">
                <a:solidFill>
                  <a:srgbClr val="4D5155"/>
                </a:solidFill>
                <a:cs typeface="Tahoma"/>
              </a:rPr>
              <a:t>journey</a:t>
            </a:r>
            <a:r>
              <a:rPr lang="en-US" sz="6000" spc="-120" dirty="0">
                <a:solidFill>
                  <a:srgbClr val="4D5155"/>
                </a:solidFill>
                <a:cs typeface="Tahoma"/>
              </a:rPr>
              <a:t> </a:t>
            </a:r>
            <a:r>
              <a:rPr lang="en-US" sz="6000" spc="-80" dirty="0">
                <a:solidFill>
                  <a:srgbClr val="4D5155"/>
                </a:solidFill>
                <a:cs typeface="Tahoma"/>
              </a:rPr>
              <a:t>over</a:t>
            </a:r>
            <a:r>
              <a:rPr lang="en-US" sz="6000" spc="-135" dirty="0">
                <a:solidFill>
                  <a:srgbClr val="4D5155"/>
                </a:solidFill>
                <a:cs typeface="Tahoma"/>
              </a:rPr>
              <a:t> </a:t>
            </a:r>
            <a:r>
              <a:rPr lang="en-US" sz="6000" spc="-50" dirty="0">
                <a:solidFill>
                  <a:srgbClr val="4D5155"/>
                </a:solidFill>
                <a:cs typeface="Tahoma"/>
              </a:rPr>
              <a:t>the</a:t>
            </a:r>
            <a:r>
              <a:rPr lang="en-US" sz="6000" spc="-130" dirty="0">
                <a:solidFill>
                  <a:srgbClr val="4D5155"/>
                </a:solidFill>
                <a:cs typeface="Tahoma"/>
              </a:rPr>
              <a:t> </a:t>
            </a:r>
            <a:r>
              <a:rPr lang="en-US" sz="6000" spc="-70" dirty="0">
                <a:solidFill>
                  <a:srgbClr val="4D5155"/>
                </a:solidFill>
                <a:cs typeface="Tahoma"/>
              </a:rPr>
              <a:t>Internet</a:t>
            </a:r>
            <a:r>
              <a:rPr lang="en-US" sz="6000" spc="-125" dirty="0">
                <a:solidFill>
                  <a:srgbClr val="4D5155"/>
                </a:solidFill>
                <a:cs typeface="Tahoma"/>
              </a:rPr>
              <a:t> </a:t>
            </a:r>
            <a:r>
              <a:rPr lang="en-US" sz="6000" spc="-70" dirty="0">
                <a:solidFill>
                  <a:srgbClr val="4D5155"/>
                </a:solidFill>
                <a:cs typeface="Tahoma"/>
              </a:rPr>
              <a:t>from</a:t>
            </a:r>
            <a:r>
              <a:rPr lang="en-US" sz="6000" spc="-90" dirty="0">
                <a:solidFill>
                  <a:srgbClr val="4D5155"/>
                </a:solidFill>
                <a:cs typeface="Tahoma"/>
              </a:rPr>
              <a:t> </a:t>
            </a:r>
            <a:r>
              <a:rPr lang="en-US" sz="6000" spc="-25" dirty="0">
                <a:solidFill>
                  <a:srgbClr val="4D5155"/>
                </a:solidFill>
                <a:cs typeface="Tahoma"/>
              </a:rPr>
              <a:t>their</a:t>
            </a:r>
            <a:r>
              <a:rPr lang="en-US" sz="6000" spc="-130" dirty="0">
                <a:solidFill>
                  <a:srgbClr val="4D5155"/>
                </a:solidFill>
                <a:cs typeface="Tahoma"/>
              </a:rPr>
              <a:t> </a:t>
            </a:r>
            <a:r>
              <a:rPr lang="en-US" sz="6000" spc="-55" dirty="0">
                <a:solidFill>
                  <a:srgbClr val="4D5155"/>
                </a:solidFill>
                <a:cs typeface="Tahoma"/>
              </a:rPr>
              <a:t>mobiles</a:t>
            </a:r>
            <a:r>
              <a:rPr lang="en-US" sz="6000" spc="-155" dirty="0">
                <a:solidFill>
                  <a:srgbClr val="4D5155"/>
                </a:solidFill>
                <a:cs typeface="Tahoma"/>
              </a:rPr>
              <a:t> </a:t>
            </a:r>
            <a:r>
              <a:rPr lang="en-US" sz="6000" spc="-35" dirty="0">
                <a:solidFill>
                  <a:srgbClr val="4D5155"/>
                </a:solidFill>
                <a:cs typeface="Tahoma"/>
              </a:rPr>
              <a:t>at</a:t>
            </a:r>
            <a:r>
              <a:rPr lang="en-US" sz="6000" spc="-125" dirty="0">
                <a:solidFill>
                  <a:srgbClr val="4D5155"/>
                </a:solidFill>
                <a:cs typeface="Tahoma"/>
              </a:rPr>
              <a:t> </a:t>
            </a:r>
            <a:r>
              <a:rPr lang="en-US" sz="6000" spc="-100" dirty="0">
                <a:solidFill>
                  <a:srgbClr val="4D5155"/>
                </a:solidFill>
                <a:cs typeface="Tahoma"/>
              </a:rPr>
              <a:t>any</a:t>
            </a:r>
            <a:r>
              <a:rPr lang="en-US" sz="6000" spc="-140" dirty="0">
                <a:solidFill>
                  <a:srgbClr val="4D5155"/>
                </a:solidFill>
                <a:cs typeface="Tahoma"/>
              </a:rPr>
              <a:t> </a:t>
            </a:r>
            <a:r>
              <a:rPr lang="en-US" sz="6000" spc="-85" dirty="0">
                <a:solidFill>
                  <a:srgbClr val="4D5155"/>
                </a:solidFill>
                <a:cs typeface="Tahoma"/>
              </a:rPr>
              <a:t>time.</a:t>
            </a:r>
            <a:r>
              <a:rPr lang="en-US" sz="6000" spc="-120" dirty="0">
                <a:solidFill>
                  <a:srgbClr val="4D5155"/>
                </a:solidFill>
                <a:cs typeface="Tahoma"/>
              </a:rPr>
              <a:t> </a:t>
            </a:r>
            <a:r>
              <a:rPr lang="en-US" sz="6000" spc="-10" dirty="0">
                <a:solidFill>
                  <a:srgbClr val="4D5155"/>
                </a:solidFill>
                <a:cs typeface="Tahoma"/>
              </a:rPr>
              <a:t>But</a:t>
            </a:r>
            <a:r>
              <a:rPr lang="en-US" sz="6000" spc="-100" dirty="0">
                <a:solidFill>
                  <a:srgbClr val="4D5155"/>
                </a:solidFill>
                <a:cs typeface="Tahoma"/>
              </a:rPr>
              <a:t> </a:t>
            </a:r>
            <a:r>
              <a:rPr lang="en-US" sz="6000" spc="-25" dirty="0">
                <a:solidFill>
                  <a:srgbClr val="4D5155"/>
                </a:solidFill>
                <a:cs typeface="Tahoma"/>
              </a:rPr>
              <a:t>all </a:t>
            </a:r>
            <a:r>
              <a:rPr lang="en-US" sz="6000" spc="-50" dirty="0">
                <a:solidFill>
                  <a:srgbClr val="4D5155"/>
                </a:solidFill>
                <a:cs typeface="Tahoma"/>
              </a:rPr>
              <a:t>the</a:t>
            </a:r>
            <a:r>
              <a:rPr lang="en-US" sz="6000" spc="-135" dirty="0">
                <a:solidFill>
                  <a:srgbClr val="4D5155"/>
                </a:solidFill>
                <a:cs typeface="Tahoma"/>
              </a:rPr>
              <a:t> </a:t>
            </a:r>
            <a:r>
              <a:rPr lang="en-US" sz="6000" spc="-40" dirty="0">
                <a:solidFill>
                  <a:srgbClr val="4D5155"/>
                </a:solidFill>
                <a:cs typeface="Tahoma"/>
              </a:rPr>
              <a:t>100%</a:t>
            </a:r>
            <a:r>
              <a:rPr lang="en-US" sz="6000" spc="-140" dirty="0">
                <a:solidFill>
                  <a:srgbClr val="4D5155"/>
                </a:solidFill>
                <a:cs typeface="Tahoma"/>
              </a:rPr>
              <a:t> </a:t>
            </a:r>
            <a:r>
              <a:rPr lang="en-US" sz="6000" spc="-65" dirty="0">
                <a:solidFill>
                  <a:srgbClr val="4D5155"/>
                </a:solidFill>
                <a:cs typeface="Tahoma"/>
              </a:rPr>
              <a:t>customers</a:t>
            </a:r>
            <a:r>
              <a:rPr lang="en-US" sz="6000" spc="-110" dirty="0">
                <a:solidFill>
                  <a:srgbClr val="4D5155"/>
                </a:solidFill>
                <a:cs typeface="Tahoma"/>
              </a:rPr>
              <a:t> </a:t>
            </a:r>
            <a:r>
              <a:rPr lang="en-US" sz="6000" spc="-85" dirty="0">
                <a:solidFill>
                  <a:srgbClr val="4D5155"/>
                </a:solidFill>
                <a:cs typeface="Tahoma"/>
              </a:rPr>
              <a:t>are</a:t>
            </a:r>
            <a:r>
              <a:rPr lang="en-US" sz="6000" spc="-135" dirty="0">
                <a:solidFill>
                  <a:srgbClr val="4D5155"/>
                </a:solidFill>
                <a:cs typeface="Tahoma"/>
              </a:rPr>
              <a:t> </a:t>
            </a:r>
            <a:r>
              <a:rPr lang="en-US" sz="6000" spc="-35" dirty="0">
                <a:solidFill>
                  <a:srgbClr val="4D5155"/>
                </a:solidFill>
                <a:cs typeface="Tahoma"/>
              </a:rPr>
              <a:t>not</a:t>
            </a:r>
            <a:r>
              <a:rPr lang="en-US" sz="6000" spc="-110" dirty="0">
                <a:solidFill>
                  <a:srgbClr val="4D5155"/>
                </a:solidFill>
                <a:cs typeface="Tahoma"/>
              </a:rPr>
              <a:t> </a:t>
            </a:r>
            <a:r>
              <a:rPr lang="en-US" sz="6000" spc="-85" dirty="0">
                <a:solidFill>
                  <a:srgbClr val="4D5155"/>
                </a:solidFill>
                <a:cs typeface="Tahoma"/>
              </a:rPr>
              <a:t>ready</a:t>
            </a:r>
            <a:r>
              <a:rPr lang="en-US" sz="6000" spc="-150" dirty="0">
                <a:solidFill>
                  <a:srgbClr val="4D5155"/>
                </a:solidFill>
                <a:cs typeface="Tahoma"/>
              </a:rPr>
              <a:t> </a:t>
            </a:r>
            <a:r>
              <a:rPr lang="en-US" sz="6000" spc="-20" dirty="0">
                <a:solidFill>
                  <a:srgbClr val="4D5155"/>
                </a:solidFill>
                <a:cs typeface="Tahoma"/>
              </a:rPr>
              <a:t>to</a:t>
            </a:r>
            <a:r>
              <a:rPr lang="en-US" sz="6000" spc="-110" dirty="0">
                <a:solidFill>
                  <a:srgbClr val="4D5155"/>
                </a:solidFill>
                <a:cs typeface="Tahoma"/>
              </a:rPr>
              <a:t> </a:t>
            </a:r>
            <a:r>
              <a:rPr lang="en-US" sz="6000" spc="-90" dirty="0">
                <a:solidFill>
                  <a:srgbClr val="4D5155"/>
                </a:solidFill>
                <a:cs typeface="Tahoma"/>
              </a:rPr>
              <a:t>buy</a:t>
            </a:r>
            <a:r>
              <a:rPr lang="en-US" sz="6000" spc="-125" dirty="0">
                <a:solidFill>
                  <a:srgbClr val="4D5155"/>
                </a:solidFill>
                <a:cs typeface="Tahoma"/>
              </a:rPr>
              <a:t> </a:t>
            </a:r>
            <a:r>
              <a:rPr lang="en-US" sz="6000" spc="-30" dirty="0">
                <a:solidFill>
                  <a:srgbClr val="4D5155"/>
                </a:solidFill>
                <a:cs typeface="Tahoma"/>
              </a:rPr>
              <a:t>ticket</a:t>
            </a:r>
            <a:r>
              <a:rPr lang="en-US" sz="6000" spc="-135" dirty="0">
                <a:solidFill>
                  <a:srgbClr val="4D5155"/>
                </a:solidFill>
                <a:cs typeface="Tahoma"/>
              </a:rPr>
              <a:t> </a:t>
            </a:r>
            <a:r>
              <a:rPr lang="en-US" sz="6000" spc="-75" dirty="0">
                <a:solidFill>
                  <a:srgbClr val="4D5155"/>
                </a:solidFill>
                <a:cs typeface="Tahoma"/>
              </a:rPr>
              <a:t>online,</a:t>
            </a:r>
            <a:r>
              <a:rPr lang="en-US" sz="6000" spc="-150" dirty="0">
                <a:solidFill>
                  <a:srgbClr val="4D5155"/>
                </a:solidFill>
                <a:cs typeface="Tahoma"/>
              </a:rPr>
              <a:t> </a:t>
            </a:r>
            <a:r>
              <a:rPr lang="en-US" sz="6000" spc="-55" dirty="0">
                <a:solidFill>
                  <a:srgbClr val="4D5155"/>
                </a:solidFill>
                <a:cs typeface="Tahoma"/>
              </a:rPr>
              <a:t>only</a:t>
            </a:r>
            <a:r>
              <a:rPr lang="en-US" sz="6000" spc="-75" dirty="0">
                <a:solidFill>
                  <a:srgbClr val="4D5155"/>
                </a:solidFill>
                <a:cs typeface="Tahoma"/>
              </a:rPr>
              <a:t> </a:t>
            </a:r>
            <a:r>
              <a:rPr lang="en-US" sz="6000" spc="-45" dirty="0">
                <a:solidFill>
                  <a:srgbClr val="4D5155"/>
                </a:solidFill>
                <a:cs typeface="Tahoma"/>
              </a:rPr>
              <a:t>60%</a:t>
            </a:r>
            <a:r>
              <a:rPr lang="en-US" sz="6000" spc="-140" dirty="0">
                <a:solidFill>
                  <a:srgbClr val="4D5155"/>
                </a:solidFill>
                <a:cs typeface="Tahoma"/>
              </a:rPr>
              <a:t> </a:t>
            </a:r>
            <a:r>
              <a:rPr lang="en-US" sz="6000" spc="-35" dirty="0">
                <a:solidFill>
                  <a:srgbClr val="4D5155"/>
                </a:solidFill>
                <a:cs typeface="Tahoma"/>
              </a:rPr>
              <a:t>of</a:t>
            </a:r>
            <a:r>
              <a:rPr lang="en-US" sz="6000" spc="-135" dirty="0">
                <a:solidFill>
                  <a:srgbClr val="4D5155"/>
                </a:solidFill>
                <a:cs typeface="Tahoma"/>
              </a:rPr>
              <a:t> </a:t>
            </a:r>
            <a:r>
              <a:rPr lang="en-US" sz="6000" spc="-45" dirty="0">
                <a:solidFill>
                  <a:srgbClr val="4D5155"/>
                </a:solidFill>
                <a:cs typeface="Tahoma"/>
              </a:rPr>
              <a:t>the</a:t>
            </a:r>
            <a:r>
              <a:rPr lang="en-US" sz="6000" spc="-114" dirty="0">
                <a:solidFill>
                  <a:srgbClr val="4D5155"/>
                </a:solidFill>
                <a:cs typeface="Tahoma"/>
              </a:rPr>
              <a:t> </a:t>
            </a:r>
            <a:r>
              <a:rPr lang="en-US" sz="6000" spc="-10" dirty="0">
                <a:solidFill>
                  <a:srgbClr val="4D5155"/>
                </a:solidFill>
                <a:cs typeface="Tahoma"/>
              </a:rPr>
              <a:t>customers </a:t>
            </a:r>
            <a:r>
              <a:rPr lang="en-US" sz="6000" spc="-85" dirty="0">
                <a:solidFill>
                  <a:srgbClr val="4D5155"/>
                </a:solidFill>
                <a:cs typeface="Tahoma"/>
              </a:rPr>
              <a:t>are</a:t>
            </a:r>
            <a:r>
              <a:rPr lang="en-US" sz="6000" spc="-140" dirty="0">
                <a:solidFill>
                  <a:srgbClr val="4D5155"/>
                </a:solidFill>
                <a:cs typeface="Tahoma"/>
              </a:rPr>
              <a:t> </a:t>
            </a:r>
            <a:r>
              <a:rPr lang="en-US" sz="6000" spc="-60" dirty="0">
                <a:solidFill>
                  <a:srgbClr val="4D5155"/>
                </a:solidFill>
                <a:cs typeface="Tahoma"/>
              </a:rPr>
              <a:t>using</a:t>
            </a:r>
            <a:r>
              <a:rPr lang="en-US" sz="6000" spc="-135" dirty="0">
                <a:solidFill>
                  <a:srgbClr val="4D5155"/>
                </a:solidFill>
                <a:cs typeface="Tahoma"/>
              </a:rPr>
              <a:t> </a:t>
            </a:r>
            <a:r>
              <a:rPr lang="en-US" sz="6000" spc="-50" dirty="0">
                <a:solidFill>
                  <a:srgbClr val="4D5155"/>
                </a:solidFill>
                <a:cs typeface="Tahoma"/>
              </a:rPr>
              <a:t>the</a:t>
            </a:r>
            <a:r>
              <a:rPr lang="en-US" sz="6000" spc="-140" dirty="0">
                <a:solidFill>
                  <a:srgbClr val="4D5155"/>
                </a:solidFill>
                <a:cs typeface="Tahoma"/>
              </a:rPr>
              <a:t> </a:t>
            </a:r>
            <a:r>
              <a:rPr lang="en-US" sz="6000" spc="-45" dirty="0">
                <a:solidFill>
                  <a:srgbClr val="4D5155"/>
                </a:solidFill>
                <a:cs typeface="Tahoma"/>
              </a:rPr>
              <a:t>travelling</a:t>
            </a:r>
            <a:r>
              <a:rPr lang="en-US" sz="6000" spc="-135" dirty="0">
                <a:solidFill>
                  <a:srgbClr val="4D5155"/>
                </a:solidFill>
                <a:cs typeface="Tahoma"/>
              </a:rPr>
              <a:t> </a:t>
            </a:r>
            <a:r>
              <a:rPr lang="en-US" sz="6000" spc="-80" dirty="0">
                <a:solidFill>
                  <a:srgbClr val="4D5155"/>
                </a:solidFill>
                <a:cs typeface="Tahoma"/>
              </a:rPr>
              <a:t>agencies</a:t>
            </a:r>
            <a:r>
              <a:rPr lang="en-US" sz="6000" spc="-160" dirty="0">
                <a:solidFill>
                  <a:srgbClr val="4D5155"/>
                </a:solidFill>
                <a:cs typeface="Tahoma"/>
              </a:rPr>
              <a:t> </a:t>
            </a:r>
            <a:r>
              <a:rPr lang="en-US" sz="6000" spc="-40" dirty="0">
                <a:solidFill>
                  <a:srgbClr val="4D5155"/>
                </a:solidFill>
                <a:cs typeface="Tahoma"/>
              </a:rPr>
              <a:t>like</a:t>
            </a:r>
            <a:r>
              <a:rPr lang="en-US" sz="6000" spc="-165" dirty="0">
                <a:solidFill>
                  <a:srgbClr val="4D5155"/>
                </a:solidFill>
                <a:cs typeface="Tahoma"/>
              </a:rPr>
              <a:t> </a:t>
            </a:r>
            <a:r>
              <a:rPr lang="en-US" sz="6000" dirty="0">
                <a:solidFill>
                  <a:srgbClr val="4D5155"/>
                </a:solidFill>
                <a:cs typeface="Tahoma"/>
              </a:rPr>
              <a:t>(</a:t>
            </a:r>
            <a:r>
              <a:rPr lang="en-US" sz="6000" spc="-70" dirty="0">
                <a:solidFill>
                  <a:srgbClr val="4D5155"/>
                </a:solidFill>
                <a:cs typeface="Tahoma"/>
              </a:rPr>
              <a:t> </a:t>
            </a:r>
            <a:r>
              <a:rPr lang="en-US" sz="6000" spc="-10" dirty="0" err="1">
                <a:solidFill>
                  <a:srgbClr val="4D5155"/>
                </a:solidFill>
                <a:cs typeface="Tahoma"/>
              </a:rPr>
              <a:t>Abhi</a:t>
            </a:r>
            <a:r>
              <a:rPr lang="en-US" sz="6000" spc="-145" dirty="0">
                <a:solidFill>
                  <a:srgbClr val="4D5155"/>
                </a:solidFill>
                <a:cs typeface="Tahoma"/>
              </a:rPr>
              <a:t> </a:t>
            </a:r>
            <a:r>
              <a:rPr lang="en-US" sz="6000" spc="-100" dirty="0">
                <a:solidFill>
                  <a:srgbClr val="4D5155"/>
                </a:solidFill>
                <a:cs typeface="Tahoma"/>
              </a:rPr>
              <a:t>bus,</a:t>
            </a:r>
            <a:r>
              <a:rPr lang="en-US" sz="6000" spc="-150" dirty="0">
                <a:solidFill>
                  <a:srgbClr val="4D5155"/>
                </a:solidFill>
                <a:cs typeface="Tahoma"/>
              </a:rPr>
              <a:t> </a:t>
            </a:r>
            <a:r>
              <a:rPr lang="en-US" sz="6000" spc="-105" dirty="0">
                <a:solidFill>
                  <a:srgbClr val="4D5155"/>
                </a:solidFill>
                <a:cs typeface="Tahoma"/>
              </a:rPr>
              <a:t>Red</a:t>
            </a:r>
            <a:r>
              <a:rPr lang="en-US" sz="6000" spc="-140" dirty="0">
                <a:solidFill>
                  <a:srgbClr val="4D5155"/>
                </a:solidFill>
                <a:cs typeface="Tahoma"/>
              </a:rPr>
              <a:t> </a:t>
            </a:r>
            <a:r>
              <a:rPr lang="en-US" sz="6000" spc="-65" dirty="0">
                <a:solidFill>
                  <a:srgbClr val="4D5155"/>
                </a:solidFill>
                <a:cs typeface="Tahoma"/>
              </a:rPr>
              <a:t>bus)</a:t>
            </a:r>
            <a:r>
              <a:rPr lang="en-US" sz="6000" spc="-145" dirty="0">
                <a:solidFill>
                  <a:srgbClr val="4D5155"/>
                </a:solidFill>
                <a:cs typeface="Tahoma"/>
              </a:rPr>
              <a:t> </a:t>
            </a:r>
            <a:r>
              <a:rPr lang="en-US" sz="6000" spc="-95" dirty="0">
                <a:solidFill>
                  <a:srgbClr val="4D5155"/>
                </a:solidFill>
                <a:cs typeface="Tahoma"/>
              </a:rPr>
              <a:t>due</a:t>
            </a:r>
            <a:r>
              <a:rPr lang="en-US" sz="6000" spc="-140" dirty="0">
                <a:solidFill>
                  <a:srgbClr val="4D5155"/>
                </a:solidFill>
                <a:cs typeface="Tahoma"/>
              </a:rPr>
              <a:t> </a:t>
            </a:r>
            <a:r>
              <a:rPr lang="en-US" sz="6000" spc="-10" dirty="0">
                <a:solidFill>
                  <a:srgbClr val="4D5155"/>
                </a:solidFill>
                <a:cs typeface="Tahoma"/>
              </a:rPr>
              <a:t>to</a:t>
            </a:r>
            <a:r>
              <a:rPr lang="en-US" sz="6000" spc="-105" dirty="0">
                <a:solidFill>
                  <a:srgbClr val="4D5155"/>
                </a:solidFill>
                <a:cs typeface="Tahoma"/>
              </a:rPr>
              <a:t> </a:t>
            </a:r>
            <a:r>
              <a:rPr lang="en-US" sz="6000" spc="-55" dirty="0">
                <a:solidFill>
                  <a:srgbClr val="4D5155"/>
                </a:solidFill>
                <a:cs typeface="Tahoma"/>
              </a:rPr>
              <a:t>highest</a:t>
            </a:r>
            <a:r>
              <a:rPr lang="en-US" sz="6000" spc="-160" dirty="0">
                <a:solidFill>
                  <a:srgbClr val="4D5155"/>
                </a:solidFill>
                <a:cs typeface="Tahoma"/>
              </a:rPr>
              <a:t> </a:t>
            </a:r>
            <a:r>
              <a:rPr lang="en-US" sz="6000" spc="-10" dirty="0">
                <a:solidFill>
                  <a:srgbClr val="4D5155"/>
                </a:solidFill>
                <a:cs typeface="Tahoma"/>
              </a:rPr>
              <a:t>prices.</a:t>
            </a:r>
            <a:endParaRPr lang="en-US" sz="6000" dirty="0">
              <a:cs typeface="Tahoma"/>
            </a:endParaRPr>
          </a:p>
          <a:p>
            <a:pPr marL="469900" indent="-457200" algn="l">
              <a:lnSpc>
                <a:spcPct val="100000"/>
              </a:lnSpc>
              <a:spcBef>
                <a:spcPts val="985"/>
              </a:spcBef>
              <a:buFont typeface="Arial" panose="020B0604020202020204" pitchFamily="34" charset="0"/>
              <a:buChar char="•"/>
              <a:tabLst>
                <a:tab pos="356870" algn="l"/>
              </a:tabLst>
            </a:pPr>
            <a:r>
              <a:rPr lang="en-US" sz="6000" spc="-40" dirty="0">
                <a:solidFill>
                  <a:srgbClr val="4D5155"/>
                </a:solidFill>
                <a:cs typeface="Tahoma"/>
              </a:rPr>
              <a:t>So</a:t>
            </a:r>
            <a:r>
              <a:rPr lang="en-US" sz="6000" spc="-140" dirty="0">
                <a:solidFill>
                  <a:srgbClr val="4D5155"/>
                </a:solidFill>
                <a:cs typeface="Tahoma"/>
              </a:rPr>
              <a:t> </a:t>
            </a:r>
            <a:r>
              <a:rPr lang="en-US" sz="6000" spc="-25" dirty="0">
                <a:solidFill>
                  <a:srgbClr val="4D5155"/>
                </a:solidFill>
                <a:cs typeface="Tahoma"/>
              </a:rPr>
              <a:t>that</a:t>
            </a:r>
            <a:r>
              <a:rPr lang="en-US" sz="6000" spc="-110" dirty="0">
                <a:solidFill>
                  <a:srgbClr val="4D5155"/>
                </a:solidFill>
                <a:cs typeface="Tahoma"/>
              </a:rPr>
              <a:t> </a:t>
            </a:r>
            <a:r>
              <a:rPr lang="en-US" sz="6000" spc="-225" dirty="0">
                <a:solidFill>
                  <a:srgbClr val="4D5155"/>
                </a:solidFill>
                <a:cs typeface="Tahoma"/>
              </a:rPr>
              <a:t>,</a:t>
            </a:r>
            <a:r>
              <a:rPr lang="en-US" sz="6000" spc="-155" dirty="0">
                <a:solidFill>
                  <a:srgbClr val="4D5155"/>
                </a:solidFill>
                <a:cs typeface="Tahoma"/>
              </a:rPr>
              <a:t> </a:t>
            </a:r>
            <a:r>
              <a:rPr lang="en-US" sz="6000" spc="-150" dirty="0">
                <a:solidFill>
                  <a:srgbClr val="4D5155"/>
                </a:solidFill>
                <a:cs typeface="Tahoma"/>
              </a:rPr>
              <a:t>we</a:t>
            </a:r>
            <a:r>
              <a:rPr lang="en-US" sz="6000" spc="-135" dirty="0">
                <a:solidFill>
                  <a:srgbClr val="4D5155"/>
                </a:solidFill>
                <a:cs typeface="Tahoma"/>
              </a:rPr>
              <a:t> </a:t>
            </a:r>
            <a:r>
              <a:rPr lang="en-US" sz="6000" spc="-85" dirty="0">
                <a:solidFill>
                  <a:srgbClr val="4D5155"/>
                </a:solidFill>
                <a:cs typeface="Tahoma"/>
              </a:rPr>
              <a:t>are</a:t>
            </a:r>
            <a:r>
              <a:rPr lang="en-US" sz="6000" spc="-140" dirty="0">
                <a:solidFill>
                  <a:srgbClr val="4D5155"/>
                </a:solidFill>
                <a:cs typeface="Tahoma"/>
              </a:rPr>
              <a:t> </a:t>
            </a:r>
            <a:r>
              <a:rPr lang="en-US" sz="6000" spc="-30" dirty="0">
                <a:solidFill>
                  <a:srgbClr val="4D5155"/>
                </a:solidFill>
                <a:cs typeface="Tahoma"/>
              </a:rPr>
              <a:t>starting</a:t>
            </a:r>
            <a:r>
              <a:rPr lang="en-US" sz="6000" spc="-135" dirty="0">
                <a:solidFill>
                  <a:srgbClr val="4D5155"/>
                </a:solidFill>
                <a:cs typeface="Tahoma"/>
              </a:rPr>
              <a:t> </a:t>
            </a:r>
            <a:r>
              <a:rPr lang="en-US" sz="6000" spc="-45" dirty="0">
                <a:solidFill>
                  <a:srgbClr val="4D5155"/>
                </a:solidFill>
                <a:cs typeface="Tahoma"/>
              </a:rPr>
              <a:t>the</a:t>
            </a:r>
            <a:r>
              <a:rPr lang="en-US" sz="6000" spc="-114" dirty="0">
                <a:solidFill>
                  <a:srgbClr val="4D5155"/>
                </a:solidFill>
                <a:cs typeface="Tahoma"/>
              </a:rPr>
              <a:t> </a:t>
            </a:r>
            <a:r>
              <a:rPr lang="en-US" sz="6000" b="1" dirty="0">
                <a:solidFill>
                  <a:srgbClr val="4D5155"/>
                </a:solidFill>
                <a:cs typeface="Tahoma"/>
              </a:rPr>
              <a:t>RADHEYA</a:t>
            </a:r>
            <a:r>
              <a:rPr lang="en-US" sz="6000" b="1" spc="-125" dirty="0">
                <a:solidFill>
                  <a:srgbClr val="4D5155"/>
                </a:solidFill>
                <a:cs typeface="Tahoma"/>
              </a:rPr>
              <a:t> </a:t>
            </a:r>
            <a:r>
              <a:rPr lang="en-US" sz="6000" b="1" spc="-25" dirty="0">
                <a:solidFill>
                  <a:srgbClr val="4D5155"/>
                </a:solidFill>
                <a:cs typeface="Tahoma"/>
              </a:rPr>
              <a:t>TRAVELS</a:t>
            </a:r>
            <a:r>
              <a:rPr lang="en-US" sz="6000" b="1" spc="-130" dirty="0">
                <a:solidFill>
                  <a:srgbClr val="4D5155"/>
                </a:solidFill>
                <a:cs typeface="Tahoma"/>
              </a:rPr>
              <a:t> </a:t>
            </a:r>
            <a:r>
              <a:rPr lang="en-US" sz="6000" spc="-20" dirty="0">
                <a:solidFill>
                  <a:srgbClr val="4D5155"/>
                </a:solidFill>
                <a:cs typeface="Tahoma"/>
              </a:rPr>
              <a:t>to</a:t>
            </a:r>
            <a:r>
              <a:rPr lang="en-US" sz="6000" spc="-110" dirty="0">
                <a:solidFill>
                  <a:srgbClr val="4D5155"/>
                </a:solidFill>
                <a:cs typeface="Tahoma"/>
              </a:rPr>
              <a:t> </a:t>
            </a:r>
            <a:r>
              <a:rPr lang="en-US" sz="6000" spc="-85" dirty="0">
                <a:solidFill>
                  <a:srgbClr val="4D5155"/>
                </a:solidFill>
                <a:cs typeface="Tahoma"/>
              </a:rPr>
              <a:t>reduce</a:t>
            </a:r>
            <a:r>
              <a:rPr lang="en-US" sz="6000" spc="-140" dirty="0">
                <a:solidFill>
                  <a:srgbClr val="4D5155"/>
                </a:solidFill>
                <a:cs typeface="Tahoma"/>
              </a:rPr>
              <a:t> </a:t>
            </a:r>
            <a:r>
              <a:rPr lang="en-US" sz="6000" spc="-20" dirty="0">
                <a:solidFill>
                  <a:srgbClr val="4D5155"/>
                </a:solidFill>
                <a:cs typeface="Tahoma"/>
              </a:rPr>
              <a:t>this</a:t>
            </a:r>
            <a:r>
              <a:rPr lang="en-US" sz="6000" spc="-130" dirty="0">
                <a:solidFill>
                  <a:srgbClr val="4D5155"/>
                </a:solidFill>
                <a:cs typeface="Tahoma"/>
              </a:rPr>
              <a:t> </a:t>
            </a:r>
            <a:r>
              <a:rPr lang="en-US" sz="6000" spc="-10" dirty="0">
                <a:solidFill>
                  <a:srgbClr val="4D5155"/>
                </a:solidFill>
                <a:cs typeface="Tahoma"/>
              </a:rPr>
              <a:t>problem.</a:t>
            </a:r>
            <a:endParaRPr lang="en-US" sz="6000" dirty="0">
              <a:cs typeface="Tahoma"/>
            </a:endParaRPr>
          </a:p>
          <a:p>
            <a:pPr marL="469900" indent="-457200" algn="l">
              <a:lnSpc>
                <a:spcPct val="100000"/>
              </a:lnSpc>
              <a:spcBef>
                <a:spcPts val="1010"/>
              </a:spcBef>
              <a:buFont typeface="Arial" panose="020B0604020202020204" pitchFamily="34" charset="0"/>
              <a:buChar char="•"/>
              <a:tabLst>
                <a:tab pos="356870" algn="l"/>
              </a:tabLst>
            </a:pPr>
            <a:r>
              <a:rPr lang="en-US" sz="6000" spc="-70" dirty="0">
                <a:solidFill>
                  <a:srgbClr val="4D5155"/>
                </a:solidFill>
                <a:cs typeface="Tahoma"/>
              </a:rPr>
              <a:t>The</a:t>
            </a:r>
            <a:r>
              <a:rPr lang="en-US" sz="6000" spc="-150" dirty="0">
                <a:solidFill>
                  <a:srgbClr val="4D5155"/>
                </a:solidFill>
                <a:cs typeface="Tahoma"/>
              </a:rPr>
              <a:t> </a:t>
            </a:r>
            <a:r>
              <a:rPr lang="en-US" sz="6000" spc="-80" dirty="0">
                <a:solidFill>
                  <a:srgbClr val="4D5155"/>
                </a:solidFill>
                <a:cs typeface="Tahoma"/>
              </a:rPr>
              <a:t>main</a:t>
            </a:r>
            <a:r>
              <a:rPr lang="en-US" sz="6000" spc="-135" dirty="0">
                <a:solidFill>
                  <a:srgbClr val="4D5155"/>
                </a:solidFill>
                <a:cs typeface="Tahoma"/>
              </a:rPr>
              <a:t> </a:t>
            </a:r>
            <a:r>
              <a:rPr lang="en-US" sz="6000" spc="-80" dirty="0">
                <a:solidFill>
                  <a:srgbClr val="4D5155"/>
                </a:solidFill>
                <a:cs typeface="Tahoma"/>
              </a:rPr>
              <a:t>aim</a:t>
            </a:r>
            <a:r>
              <a:rPr lang="en-US" sz="6000" spc="-140" dirty="0">
                <a:solidFill>
                  <a:srgbClr val="4D5155"/>
                </a:solidFill>
                <a:cs typeface="Tahoma"/>
              </a:rPr>
              <a:t> </a:t>
            </a:r>
            <a:r>
              <a:rPr lang="en-US" sz="6000" spc="-30" dirty="0">
                <a:solidFill>
                  <a:srgbClr val="4D5155"/>
                </a:solidFill>
                <a:cs typeface="Tahoma"/>
              </a:rPr>
              <a:t>of</a:t>
            </a:r>
            <a:r>
              <a:rPr lang="en-US" sz="6000" spc="-135" dirty="0">
                <a:solidFill>
                  <a:srgbClr val="4D5155"/>
                </a:solidFill>
                <a:cs typeface="Tahoma"/>
              </a:rPr>
              <a:t> </a:t>
            </a:r>
            <a:r>
              <a:rPr lang="en-US" sz="6000" spc="-20" dirty="0">
                <a:solidFill>
                  <a:srgbClr val="4D5155"/>
                </a:solidFill>
                <a:cs typeface="Tahoma"/>
              </a:rPr>
              <a:t>this</a:t>
            </a:r>
            <a:r>
              <a:rPr lang="en-US" sz="6000" spc="-130" dirty="0">
                <a:solidFill>
                  <a:srgbClr val="4D5155"/>
                </a:solidFill>
                <a:cs typeface="Tahoma"/>
              </a:rPr>
              <a:t> </a:t>
            </a:r>
            <a:r>
              <a:rPr lang="en-US" sz="6000" spc="-55" dirty="0">
                <a:solidFill>
                  <a:srgbClr val="4D5155"/>
                </a:solidFill>
                <a:cs typeface="Tahoma"/>
              </a:rPr>
              <a:t>travels</a:t>
            </a:r>
            <a:r>
              <a:rPr lang="en-US" sz="6000" spc="-130" dirty="0">
                <a:solidFill>
                  <a:srgbClr val="4D5155"/>
                </a:solidFill>
                <a:cs typeface="Tahoma"/>
              </a:rPr>
              <a:t> </a:t>
            </a:r>
            <a:r>
              <a:rPr lang="en-US" sz="6000" spc="-20" dirty="0">
                <a:solidFill>
                  <a:srgbClr val="4D5155"/>
                </a:solidFill>
                <a:cs typeface="Tahoma"/>
              </a:rPr>
              <a:t>is</a:t>
            </a:r>
            <a:r>
              <a:rPr lang="en-US" sz="6000" spc="-130" dirty="0">
                <a:solidFill>
                  <a:srgbClr val="4D5155"/>
                </a:solidFill>
                <a:cs typeface="Tahoma"/>
              </a:rPr>
              <a:t> </a:t>
            </a:r>
            <a:r>
              <a:rPr lang="en-US" sz="6000" spc="-30" dirty="0">
                <a:solidFill>
                  <a:srgbClr val="4D5155"/>
                </a:solidFill>
                <a:cs typeface="Tahoma"/>
              </a:rPr>
              <a:t>that</a:t>
            </a:r>
            <a:r>
              <a:rPr lang="en-US" sz="6000" spc="-130" dirty="0">
                <a:solidFill>
                  <a:srgbClr val="4D5155"/>
                </a:solidFill>
                <a:cs typeface="Tahoma"/>
              </a:rPr>
              <a:t> </a:t>
            </a:r>
            <a:r>
              <a:rPr lang="en-US" sz="6000" spc="-25" dirty="0">
                <a:solidFill>
                  <a:srgbClr val="4D5155"/>
                </a:solidFill>
                <a:cs typeface="Tahoma"/>
              </a:rPr>
              <a:t>all</a:t>
            </a:r>
            <a:r>
              <a:rPr lang="en-US" sz="6000" spc="-140" dirty="0">
                <a:solidFill>
                  <a:srgbClr val="4D5155"/>
                </a:solidFill>
                <a:cs typeface="Tahoma"/>
              </a:rPr>
              <a:t> </a:t>
            </a:r>
            <a:r>
              <a:rPr lang="en-US" sz="6000" spc="-55" dirty="0">
                <a:solidFill>
                  <a:srgbClr val="4D5155"/>
                </a:solidFill>
                <a:cs typeface="Tahoma"/>
              </a:rPr>
              <a:t>the</a:t>
            </a:r>
            <a:r>
              <a:rPr lang="en-US" sz="6000" spc="-135" dirty="0">
                <a:solidFill>
                  <a:srgbClr val="4D5155"/>
                </a:solidFill>
                <a:cs typeface="Tahoma"/>
              </a:rPr>
              <a:t> </a:t>
            </a:r>
            <a:r>
              <a:rPr lang="en-US" sz="6000" spc="-65" dirty="0">
                <a:solidFill>
                  <a:srgbClr val="4D5155"/>
                </a:solidFill>
                <a:cs typeface="Tahoma"/>
              </a:rPr>
              <a:t>customers</a:t>
            </a:r>
            <a:r>
              <a:rPr lang="en-US" sz="6000" spc="-105" dirty="0">
                <a:solidFill>
                  <a:srgbClr val="4D5155"/>
                </a:solidFill>
                <a:cs typeface="Tahoma"/>
              </a:rPr>
              <a:t> have</a:t>
            </a:r>
            <a:r>
              <a:rPr lang="en-US" sz="6000" spc="-110" dirty="0">
                <a:solidFill>
                  <a:srgbClr val="4D5155"/>
                </a:solidFill>
                <a:cs typeface="Tahoma"/>
              </a:rPr>
              <a:t> </a:t>
            </a:r>
            <a:r>
              <a:rPr lang="en-US" sz="6000" spc="-10" dirty="0">
                <a:solidFill>
                  <a:srgbClr val="4D5155"/>
                </a:solidFill>
                <a:cs typeface="Tahoma"/>
              </a:rPr>
              <a:t>to</a:t>
            </a:r>
            <a:r>
              <a:rPr lang="en-US" sz="6000" spc="-105" dirty="0">
                <a:solidFill>
                  <a:srgbClr val="4D5155"/>
                </a:solidFill>
                <a:cs typeface="Tahoma"/>
              </a:rPr>
              <a:t> </a:t>
            </a:r>
            <a:r>
              <a:rPr lang="en-US" sz="6000" spc="-30" dirty="0">
                <a:solidFill>
                  <a:srgbClr val="4D5155"/>
                </a:solidFill>
                <a:cs typeface="Tahoma"/>
              </a:rPr>
              <a:t>utilize</a:t>
            </a:r>
            <a:r>
              <a:rPr lang="en-US" sz="6000" spc="-135" dirty="0">
                <a:solidFill>
                  <a:srgbClr val="4D5155"/>
                </a:solidFill>
                <a:cs typeface="Tahoma"/>
              </a:rPr>
              <a:t> </a:t>
            </a:r>
            <a:r>
              <a:rPr lang="en-US" sz="6000" spc="-20" dirty="0">
                <a:solidFill>
                  <a:srgbClr val="4D5155"/>
                </a:solidFill>
                <a:cs typeface="Tahoma"/>
              </a:rPr>
              <a:t>this</a:t>
            </a:r>
            <a:r>
              <a:rPr lang="en-US" sz="6000" spc="-130" dirty="0">
                <a:solidFill>
                  <a:srgbClr val="4D5155"/>
                </a:solidFill>
                <a:cs typeface="Tahoma"/>
              </a:rPr>
              <a:t> </a:t>
            </a:r>
            <a:r>
              <a:rPr lang="en-US" sz="6000" spc="-50" dirty="0">
                <a:solidFill>
                  <a:srgbClr val="4D5155"/>
                </a:solidFill>
                <a:cs typeface="Tahoma"/>
              </a:rPr>
              <a:t>online</a:t>
            </a:r>
            <a:r>
              <a:rPr lang="en-US" sz="6000" spc="-135" dirty="0">
                <a:solidFill>
                  <a:srgbClr val="4D5155"/>
                </a:solidFill>
                <a:cs typeface="Tahoma"/>
              </a:rPr>
              <a:t> </a:t>
            </a:r>
            <a:r>
              <a:rPr lang="en-US" sz="6000" spc="-10" dirty="0">
                <a:solidFill>
                  <a:srgbClr val="4D5155"/>
                </a:solidFill>
                <a:cs typeface="Tahoma"/>
              </a:rPr>
              <a:t>ticket</a:t>
            </a:r>
            <a:endParaRPr lang="en-US" sz="6000" dirty="0">
              <a:cs typeface="Tahoma"/>
            </a:endParaRPr>
          </a:p>
          <a:p>
            <a:pPr marL="356870" algn="l">
              <a:lnSpc>
                <a:spcPct val="100000"/>
              </a:lnSpc>
              <a:spcBef>
                <a:spcPts val="50"/>
              </a:spcBef>
            </a:pPr>
            <a:r>
              <a:rPr lang="en-US" sz="6000" spc="-60" dirty="0">
                <a:solidFill>
                  <a:srgbClr val="4D5155"/>
                </a:solidFill>
                <a:cs typeface="Tahoma"/>
              </a:rPr>
              <a:t>booking</a:t>
            </a:r>
            <a:r>
              <a:rPr lang="en-US" sz="6000" spc="-95" dirty="0">
                <a:solidFill>
                  <a:srgbClr val="4D5155"/>
                </a:solidFill>
                <a:cs typeface="Tahoma"/>
              </a:rPr>
              <a:t> </a:t>
            </a:r>
            <a:r>
              <a:rPr lang="en-US" sz="6000" spc="-85" dirty="0">
                <a:solidFill>
                  <a:srgbClr val="4D5155"/>
                </a:solidFill>
                <a:cs typeface="Tahoma"/>
              </a:rPr>
              <a:t>because</a:t>
            </a:r>
            <a:r>
              <a:rPr lang="en-US" sz="6000" spc="-120" dirty="0">
                <a:solidFill>
                  <a:srgbClr val="4D5155"/>
                </a:solidFill>
                <a:cs typeface="Tahoma"/>
              </a:rPr>
              <a:t> </a:t>
            </a:r>
            <a:r>
              <a:rPr lang="en-US" sz="6000" dirty="0">
                <a:solidFill>
                  <a:srgbClr val="4D5155"/>
                </a:solidFill>
                <a:cs typeface="Tahoma"/>
              </a:rPr>
              <a:t>it</a:t>
            </a:r>
            <a:r>
              <a:rPr lang="en-US" sz="6000" spc="-110" dirty="0">
                <a:solidFill>
                  <a:srgbClr val="4D5155"/>
                </a:solidFill>
                <a:cs typeface="Tahoma"/>
              </a:rPr>
              <a:t> </a:t>
            </a:r>
            <a:r>
              <a:rPr lang="en-US" sz="6000" spc="-20" dirty="0">
                <a:solidFill>
                  <a:srgbClr val="4D5155"/>
                </a:solidFill>
                <a:cs typeface="Tahoma"/>
              </a:rPr>
              <a:t>is</a:t>
            </a:r>
            <a:r>
              <a:rPr lang="en-US" sz="6000" spc="-145" dirty="0">
                <a:solidFill>
                  <a:srgbClr val="4D5155"/>
                </a:solidFill>
                <a:cs typeface="Tahoma"/>
              </a:rPr>
              <a:t> </a:t>
            </a:r>
            <a:r>
              <a:rPr lang="en-US" sz="6000" spc="-55" dirty="0">
                <a:solidFill>
                  <a:srgbClr val="4D5155"/>
                </a:solidFill>
                <a:cs typeface="Tahoma"/>
              </a:rPr>
              <a:t>easier</a:t>
            </a:r>
            <a:r>
              <a:rPr lang="en-US" sz="6000" spc="-150" dirty="0">
                <a:solidFill>
                  <a:srgbClr val="4D5155"/>
                </a:solidFill>
                <a:cs typeface="Tahoma"/>
              </a:rPr>
              <a:t> </a:t>
            </a:r>
            <a:r>
              <a:rPr lang="en-US" sz="6000" spc="-85" dirty="0">
                <a:solidFill>
                  <a:srgbClr val="4D5155"/>
                </a:solidFill>
                <a:cs typeface="Tahoma"/>
              </a:rPr>
              <a:t>and</a:t>
            </a:r>
            <a:r>
              <a:rPr lang="en-US" sz="6000" spc="-145" dirty="0">
                <a:solidFill>
                  <a:srgbClr val="4D5155"/>
                </a:solidFill>
                <a:cs typeface="Tahoma"/>
              </a:rPr>
              <a:t> </a:t>
            </a:r>
            <a:r>
              <a:rPr lang="en-US" sz="6000" spc="-10" dirty="0">
                <a:solidFill>
                  <a:srgbClr val="4D5155"/>
                </a:solidFill>
                <a:cs typeface="Tahoma"/>
              </a:rPr>
              <a:t>reliable.</a:t>
            </a:r>
            <a:endParaRPr lang="en-US" sz="6000" dirty="0">
              <a:cs typeface="Tahoma"/>
            </a:endParaRPr>
          </a:p>
          <a:p>
            <a:pPr algn="l"/>
            <a:endParaRPr lang="en-IN" sz="3400" dirty="0"/>
          </a:p>
        </p:txBody>
      </p:sp>
    </p:spTree>
    <p:extLst>
      <p:ext uri="{BB962C8B-B14F-4D97-AF65-F5344CB8AC3E}">
        <p14:creationId xmlns:p14="http://schemas.microsoft.com/office/powerpoint/2010/main" val="2087722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BF16-AB6B-2D5E-A937-F75715B0901D}"/>
              </a:ext>
            </a:extLst>
          </p:cNvPr>
          <p:cNvSpPr>
            <a:spLocks noGrp="1"/>
          </p:cNvSpPr>
          <p:nvPr>
            <p:ph type="ctrTitle"/>
          </p:nvPr>
        </p:nvSpPr>
        <p:spPr>
          <a:xfrm>
            <a:off x="542925" y="247651"/>
            <a:ext cx="10125075" cy="1095374"/>
          </a:xfrm>
        </p:spPr>
        <p:txBody>
          <a:bodyPr>
            <a:normAutofit/>
          </a:bodyPr>
          <a:lstStyle/>
          <a:p>
            <a:pPr algn="l"/>
            <a:r>
              <a:rPr lang="en-US" sz="3200" dirty="0">
                <a:solidFill>
                  <a:srgbClr val="0070C0"/>
                </a:solidFill>
                <a:latin typeface="+mn-lt"/>
              </a:rPr>
              <a:t>Aim , Objective &amp; Proposed System/Solution:</a:t>
            </a:r>
            <a:br>
              <a:rPr lang="en-US" sz="1100" dirty="0"/>
            </a:br>
            <a:endParaRPr lang="en-IN" sz="3200" dirty="0">
              <a:latin typeface="+mn-lt"/>
            </a:endParaRPr>
          </a:p>
        </p:txBody>
      </p:sp>
      <p:sp>
        <p:nvSpPr>
          <p:cNvPr id="3" name="Subtitle 2">
            <a:extLst>
              <a:ext uri="{FF2B5EF4-FFF2-40B4-BE49-F238E27FC236}">
                <a16:creationId xmlns:a16="http://schemas.microsoft.com/office/drawing/2014/main" id="{9FE71218-0809-8386-1896-06F350B4B46C}"/>
              </a:ext>
            </a:extLst>
          </p:cNvPr>
          <p:cNvSpPr>
            <a:spLocks noGrp="1"/>
          </p:cNvSpPr>
          <p:nvPr>
            <p:ph type="subTitle" idx="1"/>
          </p:nvPr>
        </p:nvSpPr>
        <p:spPr>
          <a:xfrm>
            <a:off x="542925" y="1343024"/>
            <a:ext cx="10125075" cy="4210051"/>
          </a:xfrm>
        </p:spPr>
        <p:txBody>
          <a:bodyPr/>
          <a:lstStyle/>
          <a:p>
            <a:pPr algn="just"/>
            <a:r>
              <a:rPr lang="en-US" dirty="0">
                <a:effectLst/>
                <a:ea typeface="Times New Roman" panose="02020603050405020304" pitchFamily="18" charset="0"/>
              </a:rPr>
              <a:t>The main objective of the proposed system” Online ticket booking” is to eliminate the manual reservation system. Making the reservation system, fast, user friendly avoid the unnecessary delay in reservation. The new system needs to develop that can handle lots of records and reports efficiently. Searching information about reservation date etc. will present only on one click.</a:t>
            </a:r>
            <a:endParaRPr lang="en-IN" dirty="0">
              <a:effectLst/>
              <a:ea typeface="Times New Roman" panose="02020603050405020304" pitchFamily="18" charset="0"/>
            </a:endParaRPr>
          </a:p>
          <a:p>
            <a:pPr algn="just"/>
            <a:r>
              <a:rPr lang="en-US" dirty="0">
                <a:effectLst/>
                <a:ea typeface="Times New Roman" panose="02020603050405020304" pitchFamily="18" charset="0"/>
              </a:rPr>
              <a:t>                      The systematic approach in running makes the system to work more efficiently. Various types of constraints can be well interoperated to maintain the database consistency. Any report according to the requirements can get easily. Response time is very less comparative to manual system. </a:t>
            </a:r>
            <a:endParaRPr lang="en-IN" dirty="0">
              <a:effectLst/>
              <a:ea typeface="Times New Roman" panose="02020603050405020304" pitchFamily="18" charset="0"/>
            </a:endParaRPr>
          </a:p>
          <a:p>
            <a:pPr algn="l"/>
            <a:endParaRPr lang="en-IN" dirty="0"/>
          </a:p>
        </p:txBody>
      </p:sp>
    </p:spTree>
    <p:extLst>
      <p:ext uri="{BB962C8B-B14F-4D97-AF65-F5344CB8AC3E}">
        <p14:creationId xmlns:p14="http://schemas.microsoft.com/office/powerpoint/2010/main" val="1633593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3C518-3BA8-AE7B-E3A1-480B4A87AFC3}"/>
              </a:ext>
            </a:extLst>
          </p:cNvPr>
          <p:cNvSpPr>
            <a:spLocks noGrp="1"/>
          </p:cNvSpPr>
          <p:nvPr>
            <p:ph type="ctrTitle"/>
          </p:nvPr>
        </p:nvSpPr>
        <p:spPr>
          <a:xfrm>
            <a:off x="962526" y="205981"/>
            <a:ext cx="9705474" cy="689169"/>
          </a:xfrm>
        </p:spPr>
        <p:txBody>
          <a:bodyPr>
            <a:normAutofit/>
          </a:bodyPr>
          <a:lstStyle/>
          <a:p>
            <a:pPr algn="l"/>
            <a:r>
              <a:rPr lang="en-US" sz="3200" dirty="0">
                <a:solidFill>
                  <a:srgbClr val="0070C0"/>
                </a:solidFill>
                <a:latin typeface="+mn-lt"/>
              </a:rPr>
              <a:t>System Design:</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6F1840DD-D102-E5DD-BE86-A36B1A7B2BC0}"/>
              </a:ext>
            </a:extLst>
          </p:cNvPr>
          <p:cNvSpPr>
            <a:spLocks noGrp="1"/>
          </p:cNvSpPr>
          <p:nvPr>
            <p:ph type="subTitle" idx="1"/>
          </p:nvPr>
        </p:nvSpPr>
        <p:spPr>
          <a:xfrm>
            <a:off x="962526" y="1665171"/>
            <a:ext cx="9705474" cy="3592629"/>
          </a:xfrm>
        </p:spPr>
        <p:txBody>
          <a:bodyPr/>
          <a:lstStyle/>
          <a:p>
            <a:endParaRPr lang="en-IN" dirty="0"/>
          </a:p>
        </p:txBody>
      </p:sp>
      <p:pic>
        <p:nvPicPr>
          <p:cNvPr id="4" name="object 3">
            <a:extLst>
              <a:ext uri="{FF2B5EF4-FFF2-40B4-BE49-F238E27FC236}">
                <a16:creationId xmlns:a16="http://schemas.microsoft.com/office/drawing/2014/main" id="{E6F061E9-539D-C004-ECCC-3FC646832F98}"/>
              </a:ext>
            </a:extLst>
          </p:cNvPr>
          <p:cNvPicPr/>
          <p:nvPr/>
        </p:nvPicPr>
        <p:blipFill>
          <a:blip r:embed="rId2" cstate="print"/>
          <a:stretch>
            <a:fillRect/>
          </a:stretch>
        </p:blipFill>
        <p:spPr>
          <a:xfrm>
            <a:off x="606552" y="1530417"/>
            <a:ext cx="10978896" cy="5121603"/>
          </a:xfrm>
          <a:prstGeom prst="rect">
            <a:avLst/>
          </a:prstGeom>
        </p:spPr>
      </p:pic>
    </p:spTree>
    <p:extLst>
      <p:ext uri="{BB962C8B-B14F-4D97-AF65-F5344CB8AC3E}">
        <p14:creationId xmlns:p14="http://schemas.microsoft.com/office/powerpoint/2010/main" val="208950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CAB80-4DFC-AED3-86EA-DE706E308B82}"/>
              </a:ext>
            </a:extLst>
          </p:cNvPr>
          <p:cNvSpPr>
            <a:spLocks noGrp="1"/>
          </p:cNvSpPr>
          <p:nvPr>
            <p:ph type="title"/>
          </p:nvPr>
        </p:nvSpPr>
        <p:spPr>
          <a:xfrm>
            <a:off x="838200" y="365125"/>
            <a:ext cx="10515600" cy="4418631"/>
          </a:xfrm>
        </p:spPr>
        <p:txBody>
          <a:bodyPr/>
          <a:lstStyle/>
          <a:p>
            <a:endParaRPr lang="en-IN" dirty="0"/>
          </a:p>
        </p:txBody>
      </p:sp>
      <p:pic>
        <p:nvPicPr>
          <p:cNvPr id="3" name="object 2">
            <a:extLst>
              <a:ext uri="{FF2B5EF4-FFF2-40B4-BE49-F238E27FC236}">
                <a16:creationId xmlns:a16="http://schemas.microsoft.com/office/drawing/2014/main" id="{0544520C-DD6E-58D9-D200-FABFEFCD38DF}"/>
              </a:ext>
            </a:extLst>
          </p:cNvPr>
          <p:cNvPicPr/>
          <p:nvPr/>
        </p:nvPicPr>
        <p:blipFill>
          <a:blip r:embed="rId2" cstate="print"/>
          <a:stretch>
            <a:fillRect/>
          </a:stretch>
        </p:blipFill>
        <p:spPr>
          <a:xfrm>
            <a:off x="943356" y="471638"/>
            <a:ext cx="10305288" cy="5712754"/>
          </a:xfrm>
          <a:prstGeom prst="rect">
            <a:avLst/>
          </a:prstGeom>
        </p:spPr>
      </p:pic>
    </p:spTree>
    <p:extLst>
      <p:ext uri="{BB962C8B-B14F-4D97-AF65-F5344CB8AC3E}">
        <p14:creationId xmlns:p14="http://schemas.microsoft.com/office/powerpoint/2010/main" val="1650084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DC6F2-8DFC-DB20-74F9-ED9ADD77ED66}"/>
              </a:ext>
            </a:extLst>
          </p:cNvPr>
          <p:cNvSpPr>
            <a:spLocks noGrp="1"/>
          </p:cNvSpPr>
          <p:nvPr>
            <p:ph type="title"/>
          </p:nvPr>
        </p:nvSpPr>
        <p:spPr>
          <a:xfrm>
            <a:off x="838200" y="365125"/>
            <a:ext cx="10515600" cy="4158749"/>
          </a:xfrm>
        </p:spPr>
        <p:txBody>
          <a:bodyPr/>
          <a:lstStyle/>
          <a:p>
            <a:pPr algn="ctr"/>
            <a:endParaRPr lang="en-IN" dirty="0"/>
          </a:p>
        </p:txBody>
      </p:sp>
      <p:pic>
        <p:nvPicPr>
          <p:cNvPr id="3" name="object 2">
            <a:extLst>
              <a:ext uri="{FF2B5EF4-FFF2-40B4-BE49-F238E27FC236}">
                <a16:creationId xmlns:a16="http://schemas.microsoft.com/office/drawing/2014/main" id="{0032D084-F56D-18CB-D5F3-C4A39EE527EE}"/>
              </a:ext>
            </a:extLst>
          </p:cNvPr>
          <p:cNvPicPr/>
          <p:nvPr/>
        </p:nvPicPr>
        <p:blipFill>
          <a:blip r:embed="rId2" cstate="print"/>
          <a:stretch>
            <a:fillRect/>
          </a:stretch>
        </p:blipFill>
        <p:spPr>
          <a:xfrm>
            <a:off x="868680" y="365125"/>
            <a:ext cx="10454640" cy="5718683"/>
          </a:xfrm>
          <a:prstGeom prst="rect">
            <a:avLst/>
          </a:prstGeom>
        </p:spPr>
      </p:pic>
    </p:spTree>
    <p:extLst>
      <p:ext uri="{BB962C8B-B14F-4D97-AF65-F5344CB8AC3E}">
        <p14:creationId xmlns:p14="http://schemas.microsoft.com/office/powerpoint/2010/main" val="3648249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3ECFA-96DC-F9D7-15DC-CF96DA4C3096}"/>
              </a:ext>
            </a:extLst>
          </p:cNvPr>
          <p:cNvSpPr>
            <a:spLocks noGrp="1"/>
          </p:cNvSpPr>
          <p:nvPr>
            <p:ph type="title"/>
          </p:nvPr>
        </p:nvSpPr>
        <p:spPr>
          <a:xfrm>
            <a:off x="838200" y="365125"/>
            <a:ext cx="10515600" cy="5958673"/>
          </a:xfrm>
        </p:spPr>
        <p:txBody>
          <a:bodyPr/>
          <a:lstStyle/>
          <a:p>
            <a:pPr algn="ctr"/>
            <a:endParaRPr lang="en-IN" dirty="0"/>
          </a:p>
        </p:txBody>
      </p:sp>
      <p:pic>
        <p:nvPicPr>
          <p:cNvPr id="3" name="object 2">
            <a:extLst>
              <a:ext uri="{FF2B5EF4-FFF2-40B4-BE49-F238E27FC236}">
                <a16:creationId xmlns:a16="http://schemas.microsoft.com/office/drawing/2014/main" id="{E43DA7EB-1497-48BE-FB59-0E15EC10BF94}"/>
              </a:ext>
            </a:extLst>
          </p:cNvPr>
          <p:cNvPicPr/>
          <p:nvPr/>
        </p:nvPicPr>
        <p:blipFill>
          <a:blip r:embed="rId2" cstate="print"/>
          <a:stretch>
            <a:fillRect/>
          </a:stretch>
        </p:blipFill>
        <p:spPr>
          <a:xfrm>
            <a:off x="1028700" y="365125"/>
            <a:ext cx="10134600" cy="5601335"/>
          </a:xfrm>
          <a:prstGeom prst="rect">
            <a:avLst/>
          </a:prstGeom>
        </p:spPr>
      </p:pic>
    </p:spTree>
    <p:extLst>
      <p:ext uri="{BB962C8B-B14F-4D97-AF65-F5344CB8AC3E}">
        <p14:creationId xmlns:p14="http://schemas.microsoft.com/office/powerpoint/2010/main" val="837465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0FB80-1B2D-5B2F-6DFC-4C37A6A72FA4}"/>
              </a:ext>
            </a:extLst>
          </p:cNvPr>
          <p:cNvSpPr>
            <a:spLocks noGrp="1"/>
          </p:cNvSpPr>
          <p:nvPr>
            <p:ph type="title"/>
          </p:nvPr>
        </p:nvSpPr>
        <p:spPr>
          <a:xfrm>
            <a:off x="838200" y="365125"/>
            <a:ext cx="10515600" cy="6103052"/>
          </a:xfrm>
        </p:spPr>
        <p:txBody>
          <a:bodyPr/>
          <a:lstStyle/>
          <a:p>
            <a:pPr algn="ctr"/>
            <a:endParaRPr lang="en-IN" dirty="0"/>
          </a:p>
        </p:txBody>
      </p:sp>
      <p:pic>
        <p:nvPicPr>
          <p:cNvPr id="3" name="object 2">
            <a:extLst>
              <a:ext uri="{FF2B5EF4-FFF2-40B4-BE49-F238E27FC236}">
                <a16:creationId xmlns:a16="http://schemas.microsoft.com/office/drawing/2014/main" id="{BF297679-9F92-EBED-5E2D-162854C0810C}"/>
              </a:ext>
            </a:extLst>
          </p:cNvPr>
          <p:cNvPicPr/>
          <p:nvPr/>
        </p:nvPicPr>
        <p:blipFill>
          <a:blip r:embed="rId2" cstate="print"/>
          <a:stretch>
            <a:fillRect/>
          </a:stretch>
        </p:blipFill>
        <p:spPr>
          <a:xfrm>
            <a:off x="783336" y="336885"/>
            <a:ext cx="10625328" cy="5720702"/>
          </a:xfrm>
          <a:prstGeom prst="rect">
            <a:avLst/>
          </a:prstGeom>
        </p:spPr>
      </p:pic>
    </p:spTree>
    <p:extLst>
      <p:ext uri="{BB962C8B-B14F-4D97-AF65-F5344CB8AC3E}">
        <p14:creationId xmlns:p14="http://schemas.microsoft.com/office/powerpoint/2010/main" val="554014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067B-4F78-FC6D-9D17-BB1338BB65E7}"/>
              </a:ext>
            </a:extLst>
          </p:cNvPr>
          <p:cNvSpPr>
            <a:spLocks noGrp="1"/>
          </p:cNvSpPr>
          <p:nvPr>
            <p:ph type="title"/>
          </p:nvPr>
        </p:nvSpPr>
        <p:spPr>
          <a:xfrm>
            <a:off x="838200" y="365125"/>
            <a:ext cx="10515600" cy="5698791"/>
          </a:xfrm>
        </p:spPr>
        <p:txBody>
          <a:bodyPr/>
          <a:lstStyle/>
          <a:p>
            <a:pPr algn="ctr"/>
            <a:endParaRPr lang="en-IN" dirty="0"/>
          </a:p>
        </p:txBody>
      </p:sp>
      <p:pic>
        <p:nvPicPr>
          <p:cNvPr id="3" name="object 2">
            <a:extLst>
              <a:ext uri="{FF2B5EF4-FFF2-40B4-BE49-F238E27FC236}">
                <a16:creationId xmlns:a16="http://schemas.microsoft.com/office/drawing/2014/main" id="{CFC30CBA-F5B8-7F8C-4AD5-C2B9323BDDDB}"/>
              </a:ext>
            </a:extLst>
          </p:cNvPr>
          <p:cNvPicPr/>
          <p:nvPr/>
        </p:nvPicPr>
        <p:blipFill>
          <a:blip r:embed="rId2" cstate="print"/>
          <a:stretch>
            <a:fillRect/>
          </a:stretch>
        </p:blipFill>
        <p:spPr>
          <a:xfrm>
            <a:off x="413004" y="365125"/>
            <a:ext cx="11365992" cy="6011291"/>
          </a:xfrm>
          <a:prstGeom prst="rect">
            <a:avLst/>
          </a:prstGeom>
        </p:spPr>
      </p:pic>
    </p:spTree>
    <p:extLst>
      <p:ext uri="{BB962C8B-B14F-4D97-AF65-F5344CB8AC3E}">
        <p14:creationId xmlns:p14="http://schemas.microsoft.com/office/powerpoint/2010/main" val="3068632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60B96-DDEB-2E6D-FE6E-702D84BD341F}"/>
              </a:ext>
            </a:extLst>
          </p:cNvPr>
          <p:cNvSpPr>
            <a:spLocks noGrp="1"/>
          </p:cNvSpPr>
          <p:nvPr>
            <p:ph type="ctrTitle"/>
          </p:nvPr>
        </p:nvSpPr>
        <p:spPr>
          <a:xfrm>
            <a:off x="914400" y="356135"/>
            <a:ext cx="9753600" cy="914400"/>
          </a:xfrm>
        </p:spPr>
        <p:txBody>
          <a:bodyPr>
            <a:normAutofit/>
          </a:bodyPr>
          <a:lstStyle/>
          <a:p>
            <a:pPr algn="l"/>
            <a:r>
              <a:rPr lang="en-US" sz="3200" dirty="0">
                <a:solidFill>
                  <a:srgbClr val="0070C0"/>
                </a:solidFill>
                <a:latin typeface="+mn-lt"/>
              </a:rPr>
              <a:t>System Development Approach(Technology Used):</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89220BE9-9FEB-426A-D022-15907C5BB4C4}"/>
              </a:ext>
            </a:extLst>
          </p:cNvPr>
          <p:cNvSpPr>
            <a:spLocks noGrp="1"/>
          </p:cNvSpPr>
          <p:nvPr>
            <p:ph type="subTitle" idx="1"/>
          </p:nvPr>
        </p:nvSpPr>
        <p:spPr>
          <a:xfrm>
            <a:off x="1001027" y="1270535"/>
            <a:ext cx="9666973" cy="3987265"/>
          </a:xfrm>
        </p:spPr>
        <p:txBody>
          <a:bodyPr>
            <a:normAutofit fontScale="92500" lnSpcReduction="20000"/>
          </a:bodyPr>
          <a:lstStyle/>
          <a:p>
            <a:pPr marL="12700" algn="l">
              <a:lnSpc>
                <a:spcPct val="100000"/>
              </a:lnSpc>
              <a:spcBef>
                <a:spcPts val="580"/>
              </a:spcBef>
              <a:tabLst>
                <a:tab pos="356870" algn="l"/>
              </a:tabLst>
            </a:pPr>
            <a:r>
              <a:rPr lang="en-IN" sz="2600" b="1" dirty="0">
                <a:solidFill>
                  <a:srgbClr val="002060"/>
                </a:solidFill>
                <a:latin typeface="Trebuchet MS"/>
                <a:cs typeface="Trebuchet MS"/>
              </a:rPr>
              <a:t>For</a:t>
            </a:r>
            <a:r>
              <a:rPr lang="en-IN" sz="2600" b="1" spc="-105" dirty="0">
                <a:solidFill>
                  <a:srgbClr val="002060"/>
                </a:solidFill>
                <a:latin typeface="Trebuchet MS"/>
                <a:cs typeface="Trebuchet MS"/>
              </a:rPr>
              <a:t> </a:t>
            </a:r>
            <a:r>
              <a:rPr lang="en-IN" sz="2600" b="1" dirty="0">
                <a:solidFill>
                  <a:srgbClr val="002060"/>
                </a:solidFill>
                <a:latin typeface="Trebuchet MS"/>
                <a:cs typeface="Trebuchet MS"/>
              </a:rPr>
              <a:t>Back</a:t>
            </a:r>
            <a:r>
              <a:rPr lang="en-IN" sz="2600" b="1" spc="-60" dirty="0">
                <a:solidFill>
                  <a:srgbClr val="002060"/>
                </a:solidFill>
                <a:latin typeface="Trebuchet MS"/>
                <a:cs typeface="Trebuchet MS"/>
              </a:rPr>
              <a:t> </a:t>
            </a:r>
            <a:r>
              <a:rPr lang="en-IN" sz="2600" b="1" spc="-25" dirty="0">
                <a:solidFill>
                  <a:srgbClr val="002060"/>
                </a:solidFill>
                <a:latin typeface="Trebuchet MS"/>
                <a:cs typeface="Trebuchet MS"/>
              </a:rPr>
              <a:t>end</a:t>
            </a:r>
            <a:endParaRPr lang="en-IN" sz="2600" dirty="0">
              <a:solidFill>
                <a:srgbClr val="002060"/>
              </a:solidFill>
              <a:latin typeface="Trebuchet MS"/>
              <a:cs typeface="Trebuchet MS"/>
            </a:endParaRPr>
          </a:p>
          <a:p>
            <a:pPr marL="12065" algn="l">
              <a:lnSpc>
                <a:spcPct val="100000"/>
              </a:lnSpc>
              <a:spcBef>
                <a:spcPts val="484"/>
              </a:spcBef>
              <a:buClr>
                <a:srgbClr val="90C225"/>
              </a:buClr>
              <a:buSzPct val="80000"/>
              <a:tabLst>
                <a:tab pos="356870" algn="l"/>
                <a:tab pos="357505" algn="l"/>
              </a:tabLst>
            </a:pPr>
            <a:r>
              <a:rPr lang="en-IN" sz="2400" spc="-70" dirty="0">
                <a:solidFill>
                  <a:srgbClr val="404040"/>
                </a:solidFill>
                <a:latin typeface="Tahoma"/>
                <a:cs typeface="Tahoma"/>
              </a:rPr>
              <a:t>1.  Java</a:t>
            </a:r>
            <a:r>
              <a:rPr lang="en-IN" sz="2400" spc="-95" dirty="0">
                <a:solidFill>
                  <a:srgbClr val="404040"/>
                </a:solidFill>
                <a:latin typeface="Tahoma"/>
                <a:cs typeface="Tahoma"/>
              </a:rPr>
              <a:t> </a:t>
            </a:r>
            <a:r>
              <a:rPr lang="en-IN" sz="2400" spc="-120" dirty="0">
                <a:solidFill>
                  <a:srgbClr val="404040"/>
                </a:solidFill>
                <a:latin typeface="Tahoma"/>
                <a:cs typeface="Tahoma"/>
              </a:rPr>
              <a:t>web</a:t>
            </a:r>
            <a:r>
              <a:rPr lang="en-IN" sz="2400" spc="-145" dirty="0">
                <a:solidFill>
                  <a:srgbClr val="404040"/>
                </a:solidFill>
                <a:latin typeface="Tahoma"/>
                <a:cs typeface="Tahoma"/>
              </a:rPr>
              <a:t> </a:t>
            </a:r>
            <a:r>
              <a:rPr lang="en-IN" sz="2400" spc="-10" dirty="0">
                <a:solidFill>
                  <a:srgbClr val="404040"/>
                </a:solidFill>
                <a:latin typeface="Tahoma"/>
                <a:cs typeface="Tahoma"/>
              </a:rPr>
              <a:t>application</a:t>
            </a:r>
            <a:endParaRPr lang="en-IN" sz="2400" dirty="0">
              <a:latin typeface="Tahoma"/>
              <a:cs typeface="Tahoma"/>
            </a:endParaRPr>
          </a:p>
          <a:p>
            <a:pPr marL="12065" algn="l">
              <a:lnSpc>
                <a:spcPct val="100000"/>
              </a:lnSpc>
              <a:spcBef>
                <a:spcPts val="765"/>
              </a:spcBef>
              <a:buClr>
                <a:srgbClr val="90C225"/>
              </a:buClr>
              <a:buSzPct val="80000"/>
              <a:tabLst>
                <a:tab pos="356870" algn="l"/>
                <a:tab pos="357505" algn="l"/>
              </a:tabLst>
            </a:pPr>
            <a:r>
              <a:rPr lang="en-IN" sz="2400" dirty="0">
                <a:solidFill>
                  <a:srgbClr val="404040"/>
                </a:solidFill>
                <a:latin typeface="Tahoma"/>
                <a:cs typeface="Tahoma"/>
              </a:rPr>
              <a:t>2.  My</a:t>
            </a:r>
            <a:r>
              <a:rPr lang="en-IN" sz="2400" spc="-135" dirty="0">
                <a:solidFill>
                  <a:srgbClr val="404040"/>
                </a:solidFill>
                <a:latin typeface="Tahoma"/>
                <a:cs typeface="Tahoma"/>
              </a:rPr>
              <a:t> </a:t>
            </a:r>
            <a:r>
              <a:rPr lang="en-IN" sz="2400" spc="-10" dirty="0">
                <a:solidFill>
                  <a:srgbClr val="404040"/>
                </a:solidFill>
                <a:latin typeface="Tahoma"/>
                <a:cs typeface="Tahoma"/>
              </a:rPr>
              <a:t>SQL</a:t>
            </a:r>
            <a:r>
              <a:rPr lang="en-IN" sz="2400" spc="-150" dirty="0">
                <a:solidFill>
                  <a:srgbClr val="404040"/>
                </a:solidFill>
                <a:latin typeface="Tahoma"/>
                <a:cs typeface="Tahoma"/>
              </a:rPr>
              <a:t> </a:t>
            </a:r>
            <a:r>
              <a:rPr lang="en-IN" sz="2400" spc="-60" dirty="0">
                <a:solidFill>
                  <a:srgbClr val="404040"/>
                </a:solidFill>
                <a:latin typeface="Tahoma"/>
                <a:cs typeface="Tahoma"/>
              </a:rPr>
              <a:t>(</a:t>
            </a:r>
            <a:r>
              <a:rPr lang="en-IN" sz="2400" spc="-120" dirty="0">
                <a:solidFill>
                  <a:srgbClr val="404040"/>
                </a:solidFill>
                <a:latin typeface="Tahoma"/>
                <a:cs typeface="Tahoma"/>
              </a:rPr>
              <a:t> </a:t>
            </a:r>
            <a:r>
              <a:rPr lang="en-IN" sz="2400" spc="-75" dirty="0">
                <a:solidFill>
                  <a:srgbClr val="404040"/>
                </a:solidFill>
                <a:latin typeface="Tahoma"/>
                <a:cs typeface="Tahoma"/>
              </a:rPr>
              <a:t>create</a:t>
            </a:r>
            <a:r>
              <a:rPr lang="en-IN" sz="2400" spc="-140" dirty="0">
                <a:solidFill>
                  <a:srgbClr val="404040"/>
                </a:solidFill>
                <a:latin typeface="Tahoma"/>
                <a:cs typeface="Tahoma"/>
              </a:rPr>
              <a:t> </a:t>
            </a:r>
            <a:r>
              <a:rPr lang="en-IN" sz="2400" spc="-10" dirty="0">
                <a:solidFill>
                  <a:srgbClr val="404040"/>
                </a:solidFill>
                <a:latin typeface="Tahoma"/>
                <a:cs typeface="Tahoma"/>
              </a:rPr>
              <a:t>tables)</a:t>
            </a:r>
            <a:endParaRPr lang="en-IN" sz="2400" dirty="0">
              <a:latin typeface="Tahoma"/>
              <a:cs typeface="Tahoma"/>
            </a:endParaRPr>
          </a:p>
          <a:p>
            <a:pPr marL="12065" algn="l">
              <a:lnSpc>
                <a:spcPct val="100000"/>
              </a:lnSpc>
              <a:spcBef>
                <a:spcPts val="750"/>
              </a:spcBef>
              <a:buClr>
                <a:srgbClr val="90C225"/>
              </a:buClr>
              <a:buSzPct val="80000"/>
              <a:tabLst>
                <a:tab pos="356870" algn="l"/>
                <a:tab pos="357505" algn="l"/>
              </a:tabLst>
            </a:pPr>
            <a:r>
              <a:rPr lang="en-IN" sz="2400" spc="-70" dirty="0">
                <a:solidFill>
                  <a:srgbClr val="404040"/>
                </a:solidFill>
                <a:latin typeface="Tahoma"/>
                <a:cs typeface="Tahoma"/>
              </a:rPr>
              <a:t>3.   Java</a:t>
            </a:r>
            <a:r>
              <a:rPr lang="en-IN" sz="2400" spc="-95" dirty="0">
                <a:solidFill>
                  <a:srgbClr val="404040"/>
                </a:solidFill>
                <a:latin typeface="Tahoma"/>
                <a:cs typeface="Tahoma"/>
              </a:rPr>
              <a:t> </a:t>
            </a:r>
            <a:r>
              <a:rPr lang="en-IN" sz="2400" spc="-70" dirty="0">
                <a:solidFill>
                  <a:srgbClr val="404040"/>
                </a:solidFill>
                <a:latin typeface="Tahoma"/>
                <a:cs typeface="Tahoma"/>
              </a:rPr>
              <a:t>source</a:t>
            </a:r>
            <a:r>
              <a:rPr lang="en-IN" sz="2400" spc="-114" dirty="0">
                <a:solidFill>
                  <a:srgbClr val="404040"/>
                </a:solidFill>
                <a:latin typeface="Tahoma"/>
                <a:cs typeface="Tahoma"/>
              </a:rPr>
              <a:t> </a:t>
            </a:r>
            <a:r>
              <a:rPr lang="en-IN" sz="2400" spc="-20" dirty="0">
                <a:solidFill>
                  <a:srgbClr val="404040"/>
                </a:solidFill>
                <a:latin typeface="Tahoma"/>
                <a:cs typeface="Tahoma"/>
              </a:rPr>
              <a:t>files</a:t>
            </a:r>
            <a:endParaRPr lang="en-IN" sz="2400" dirty="0">
              <a:latin typeface="Tahoma"/>
              <a:cs typeface="Tahoma"/>
            </a:endParaRPr>
          </a:p>
          <a:p>
            <a:pPr marL="12065" algn="l">
              <a:lnSpc>
                <a:spcPts val="2280"/>
              </a:lnSpc>
              <a:spcBef>
                <a:spcPts val="765"/>
              </a:spcBef>
              <a:buClr>
                <a:srgbClr val="90C225"/>
              </a:buClr>
              <a:buSzPct val="80000"/>
              <a:tabLst>
                <a:tab pos="356870" algn="l"/>
                <a:tab pos="357505" algn="l"/>
              </a:tabLst>
            </a:pPr>
            <a:r>
              <a:rPr lang="en-IN" sz="2400" spc="-45" dirty="0">
                <a:solidFill>
                  <a:srgbClr val="404040"/>
                </a:solidFill>
                <a:latin typeface="Tahoma"/>
                <a:cs typeface="Tahoma"/>
              </a:rPr>
              <a:t>4.   Hibernate</a:t>
            </a:r>
            <a:r>
              <a:rPr lang="en-IN" sz="2400" spc="-145" dirty="0">
                <a:solidFill>
                  <a:srgbClr val="404040"/>
                </a:solidFill>
                <a:latin typeface="Tahoma"/>
                <a:cs typeface="Tahoma"/>
              </a:rPr>
              <a:t> </a:t>
            </a:r>
            <a:r>
              <a:rPr lang="en-IN" sz="2400" spc="-320" dirty="0">
                <a:solidFill>
                  <a:srgbClr val="404040"/>
                </a:solidFill>
                <a:latin typeface="Tahoma"/>
                <a:cs typeface="Tahoma"/>
              </a:rPr>
              <a:t>:</a:t>
            </a:r>
            <a:r>
              <a:rPr lang="en-IN" sz="2400" spc="330" dirty="0">
                <a:solidFill>
                  <a:srgbClr val="404040"/>
                </a:solidFill>
                <a:latin typeface="Tahoma"/>
                <a:cs typeface="Tahoma"/>
              </a:rPr>
              <a:t> </a:t>
            </a:r>
            <a:r>
              <a:rPr lang="en-IN" sz="2400" spc="-155" dirty="0">
                <a:solidFill>
                  <a:srgbClr val="404040"/>
                </a:solidFill>
                <a:latin typeface="Tahoma"/>
                <a:cs typeface="Tahoma"/>
              </a:rPr>
              <a:t>To</a:t>
            </a:r>
            <a:r>
              <a:rPr lang="en-IN" sz="2400" spc="-110" dirty="0">
                <a:solidFill>
                  <a:srgbClr val="404040"/>
                </a:solidFill>
                <a:latin typeface="Tahoma"/>
                <a:cs typeface="Tahoma"/>
              </a:rPr>
              <a:t> </a:t>
            </a:r>
            <a:r>
              <a:rPr lang="en-IN" sz="2400" spc="-55" dirty="0">
                <a:solidFill>
                  <a:srgbClr val="404040"/>
                </a:solidFill>
                <a:latin typeface="Tahoma"/>
                <a:cs typeface="Tahoma"/>
              </a:rPr>
              <a:t>encrypt</a:t>
            </a:r>
            <a:r>
              <a:rPr lang="en-IN" sz="2400" spc="-155" dirty="0">
                <a:solidFill>
                  <a:srgbClr val="404040"/>
                </a:solidFill>
                <a:latin typeface="Tahoma"/>
                <a:cs typeface="Tahoma"/>
              </a:rPr>
              <a:t> </a:t>
            </a:r>
            <a:r>
              <a:rPr lang="en-IN" sz="2400" spc="-50" dirty="0">
                <a:solidFill>
                  <a:srgbClr val="404040"/>
                </a:solidFill>
                <a:latin typeface="Tahoma"/>
                <a:cs typeface="Tahoma"/>
              </a:rPr>
              <a:t>the</a:t>
            </a:r>
            <a:r>
              <a:rPr lang="en-IN" sz="2400" spc="-140" dirty="0">
                <a:solidFill>
                  <a:srgbClr val="404040"/>
                </a:solidFill>
                <a:latin typeface="Tahoma"/>
                <a:cs typeface="Tahoma"/>
              </a:rPr>
              <a:t> </a:t>
            </a:r>
            <a:r>
              <a:rPr lang="en-IN" sz="2400" spc="-60" dirty="0">
                <a:solidFill>
                  <a:srgbClr val="404040"/>
                </a:solidFill>
                <a:latin typeface="Tahoma"/>
                <a:cs typeface="Tahoma"/>
              </a:rPr>
              <a:t>data</a:t>
            </a:r>
            <a:r>
              <a:rPr lang="en-IN" sz="2400" spc="-120" dirty="0">
                <a:solidFill>
                  <a:srgbClr val="404040"/>
                </a:solidFill>
                <a:latin typeface="Tahoma"/>
                <a:cs typeface="Tahoma"/>
              </a:rPr>
              <a:t> </a:t>
            </a:r>
            <a:r>
              <a:rPr lang="en-IN" sz="2400" spc="-80" dirty="0">
                <a:solidFill>
                  <a:srgbClr val="404040"/>
                </a:solidFill>
                <a:latin typeface="Tahoma"/>
                <a:cs typeface="Tahoma"/>
              </a:rPr>
              <a:t>which</a:t>
            </a:r>
            <a:r>
              <a:rPr lang="en-IN" sz="2400" spc="-140" dirty="0">
                <a:solidFill>
                  <a:srgbClr val="404040"/>
                </a:solidFill>
                <a:latin typeface="Tahoma"/>
                <a:cs typeface="Tahoma"/>
              </a:rPr>
              <a:t> </a:t>
            </a:r>
            <a:r>
              <a:rPr lang="en-IN" sz="2400" spc="-20" dirty="0">
                <a:solidFill>
                  <a:srgbClr val="404040"/>
                </a:solidFill>
                <a:latin typeface="Tahoma"/>
                <a:cs typeface="Tahoma"/>
              </a:rPr>
              <a:t>is</a:t>
            </a:r>
            <a:r>
              <a:rPr lang="en-IN" sz="2400" spc="-160" dirty="0">
                <a:solidFill>
                  <a:srgbClr val="404040"/>
                </a:solidFill>
                <a:latin typeface="Tahoma"/>
                <a:cs typeface="Tahoma"/>
              </a:rPr>
              <a:t> </a:t>
            </a:r>
            <a:r>
              <a:rPr lang="en-IN" sz="2400" spc="-55" dirty="0">
                <a:solidFill>
                  <a:srgbClr val="404040"/>
                </a:solidFill>
                <a:latin typeface="Tahoma"/>
                <a:cs typeface="Tahoma"/>
              </a:rPr>
              <a:t>stored</a:t>
            </a:r>
            <a:r>
              <a:rPr lang="en-IN" sz="2400" spc="-120" dirty="0">
                <a:solidFill>
                  <a:srgbClr val="404040"/>
                </a:solidFill>
                <a:latin typeface="Tahoma"/>
                <a:cs typeface="Tahoma"/>
              </a:rPr>
              <a:t> </a:t>
            </a:r>
            <a:r>
              <a:rPr lang="en-IN" sz="2400" spc="-30" dirty="0">
                <a:solidFill>
                  <a:srgbClr val="404040"/>
                </a:solidFill>
                <a:latin typeface="Tahoma"/>
                <a:cs typeface="Tahoma"/>
              </a:rPr>
              <a:t>in</a:t>
            </a:r>
            <a:r>
              <a:rPr lang="en-IN" sz="2400" spc="-140" dirty="0">
                <a:solidFill>
                  <a:srgbClr val="404040"/>
                </a:solidFill>
                <a:latin typeface="Tahoma"/>
                <a:cs typeface="Tahoma"/>
              </a:rPr>
              <a:t> </a:t>
            </a:r>
            <a:r>
              <a:rPr lang="en-IN" sz="2400" spc="-50" dirty="0">
                <a:solidFill>
                  <a:srgbClr val="404040"/>
                </a:solidFill>
                <a:latin typeface="Tahoma"/>
                <a:cs typeface="Tahoma"/>
              </a:rPr>
              <a:t>the</a:t>
            </a:r>
            <a:r>
              <a:rPr lang="en-IN" sz="2400" spc="-145" dirty="0">
                <a:solidFill>
                  <a:srgbClr val="404040"/>
                </a:solidFill>
                <a:latin typeface="Tahoma"/>
                <a:cs typeface="Tahoma"/>
              </a:rPr>
              <a:t> </a:t>
            </a:r>
            <a:r>
              <a:rPr lang="en-IN" sz="2400" spc="-45" dirty="0">
                <a:solidFill>
                  <a:srgbClr val="404040"/>
                </a:solidFill>
                <a:latin typeface="Tahoma"/>
                <a:cs typeface="Tahoma"/>
              </a:rPr>
              <a:t>tables</a:t>
            </a:r>
            <a:r>
              <a:rPr lang="en-IN" sz="2400" spc="-140" dirty="0">
                <a:solidFill>
                  <a:srgbClr val="404040"/>
                </a:solidFill>
                <a:latin typeface="Tahoma"/>
                <a:cs typeface="Tahoma"/>
              </a:rPr>
              <a:t> </a:t>
            </a:r>
            <a:r>
              <a:rPr lang="en-IN" sz="2400" spc="-85" dirty="0">
                <a:solidFill>
                  <a:srgbClr val="404040"/>
                </a:solidFill>
                <a:latin typeface="Tahoma"/>
                <a:cs typeface="Tahoma"/>
              </a:rPr>
              <a:t>and</a:t>
            </a:r>
            <a:r>
              <a:rPr lang="en-IN" sz="2400" spc="-140" dirty="0">
                <a:solidFill>
                  <a:srgbClr val="404040"/>
                </a:solidFill>
                <a:latin typeface="Tahoma"/>
                <a:cs typeface="Tahoma"/>
              </a:rPr>
              <a:t> </a:t>
            </a:r>
            <a:r>
              <a:rPr lang="en-IN" sz="2400" spc="-10" dirty="0">
                <a:solidFill>
                  <a:srgbClr val="404040"/>
                </a:solidFill>
                <a:latin typeface="Tahoma"/>
                <a:cs typeface="Tahoma"/>
              </a:rPr>
              <a:t>to</a:t>
            </a:r>
            <a:r>
              <a:rPr lang="en-IN" sz="2400" spc="-110" dirty="0">
                <a:solidFill>
                  <a:srgbClr val="404040"/>
                </a:solidFill>
                <a:latin typeface="Tahoma"/>
                <a:cs typeface="Tahoma"/>
              </a:rPr>
              <a:t> </a:t>
            </a:r>
            <a:r>
              <a:rPr lang="en-IN" sz="2400" spc="-10" dirty="0">
                <a:solidFill>
                  <a:srgbClr val="404040"/>
                </a:solidFill>
                <a:latin typeface="Tahoma"/>
                <a:cs typeface="Tahoma"/>
              </a:rPr>
              <a:t>retrieve</a:t>
            </a:r>
            <a:endParaRPr lang="en-IN" sz="2400" dirty="0">
              <a:latin typeface="Tahoma"/>
              <a:cs typeface="Tahoma"/>
            </a:endParaRPr>
          </a:p>
          <a:p>
            <a:pPr marL="356870" algn="l">
              <a:lnSpc>
                <a:spcPts val="2280"/>
              </a:lnSpc>
            </a:pPr>
            <a:r>
              <a:rPr lang="en-IN" sz="2400" spc="-60" dirty="0">
                <a:solidFill>
                  <a:srgbClr val="404040"/>
                </a:solidFill>
                <a:latin typeface="Tahoma"/>
                <a:cs typeface="Tahoma"/>
              </a:rPr>
              <a:t>data</a:t>
            </a:r>
            <a:r>
              <a:rPr lang="en-IN" sz="2400" spc="-114" dirty="0">
                <a:solidFill>
                  <a:srgbClr val="404040"/>
                </a:solidFill>
                <a:latin typeface="Tahoma"/>
                <a:cs typeface="Tahoma"/>
              </a:rPr>
              <a:t> </a:t>
            </a:r>
            <a:r>
              <a:rPr lang="en-IN" sz="2400" spc="-195" dirty="0">
                <a:solidFill>
                  <a:srgbClr val="404040"/>
                </a:solidFill>
                <a:latin typeface="Tahoma"/>
                <a:cs typeface="Tahoma"/>
              </a:rPr>
              <a:t>I.e.,</a:t>
            </a:r>
            <a:r>
              <a:rPr lang="en-IN" sz="2400" spc="-120" dirty="0">
                <a:solidFill>
                  <a:srgbClr val="404040"/>
                </a:solidFill>
                <a:latin typeface="Tahoma"/>
                <a:cs typeface="Tahoma"/>
              </a:rPr>
              <a:t> </a:t>
            </a:r>
            <a:r>
              <a:rPr lang="en-IN" sz="2400" spc="-75" dirty="0">
                <a:solidFill>
                  <a:srgbClr val="404040"/>
                </a:solidFill>
                <a:latin typeface="Tahoma"/>
                <a:cs typeface="Tahoma"/>
              </a:rPr>
              <a:t>update</a:t>
            </a:r>
            <a:r>
              <a:rPr lang="en-IN" sz="2400" spc="-105" dirty="0">
                <a:solidFill>
                  <a:srgbClr val="404040"/>
                </a:solidFill>
                <a:latin typeface="Tahoma"/>
                <a:cs typeface="Tahoma"/>
              </a:rPr>
              <a:t> </a:t>
            </a:r>
            <a:r>
              <a:rPr lang="en-IN" sz="2400" spc="-25" dirty="0">
                <a:solidFill>
                  <a:srgbClr val="404040"/>
                </a:solidFill>
                <a:latin typeface="Tahoma"/>
                <a:cs typeface="Tahoma"/>
              </a:rPr>
              <a:t>or</a:t>
            </a:r>
            <a:r>
              <a:rPr lang="en-IN" sz="2400" spc="-110" dirty="0">
                <a:solidFill>
                  <a:srgbClr val="404040"/>
                </a:solidFill>
                <a:latin typeface="Tahoma"/>
                <a:cs typeface="Tahoma"/>
              </a:rPr>
              <a:t> </a:t>
            </a:r>
            <a:r>
              <a:rPr lang="en-IN" sz="2400" spc="-65" dirty="0">
                <a:solidFill>
                  <a:srgbClr val="404040"/>
                </a:solidFill>
                <a:latin typeface="Tahoma"/>
                <a:cs typeface="Tahoma"/>
              </a:rPr>
              <a:t>delete</a:t>
            </a:r>
            <a:r>
              <a:rPr lang="en-IN" sz="2400" spc="-130" dirty="0">
                <a:solidFill>
                  <a:srgbClr val="404040"/>
                </a:solidFill>
                <a:latin typeface="Tahoma"/>
                <a:cs typeface="Tahoma"/>
              </a:rPr>
              <a:t> </a:t>
            </a:r>
            <a:r>
              <a:rPr lang="en-IN" sz="2400" spc="-60" dirty="0">
                <a:solidFill>
                  <a:srgbClr val="404040"/>
                </a:solidFill>
                <a:latin typeface="Tahoma"/>
                <a:cs typeface="Tahoma"/>
              </a:rPr>
              <a:t>user</a:t>
            </a:r>
            <a:r>
              <a:rPr lang="en-IN" sz="2400" spc="-155" dirty="0">
                <a:solidFill>
                  <a:srgbClr val="404040"/>
                </a:solidFill>
                <a:latin typeface="Tahoma"/>
                <a:cs typeface="Tahoma"/>
              </a:rPr>
              <a:t> </a:t>
            </a:r>
            <a:r>
              <a:rPr lang="en-IN" sz="2400" spc="-75" dirty="0">
                <a:solidFill>
                  <a:srgbClr val="404040"/>
                </a:solidFill>
                <a:latin typeface="Tahoma"/>
                <a:cs typeface="Tahoma"/>
              </a:rPr>
              <a:t>info,</a:t>
            </a:r>
            <a:r>
              <a:rPr lang="en-IN" sz="2400" spc="-125" dirty="0">
                <a:solidFill>
                  <a:srgbClr val="404040"/>
                </a:solidFill>
                <a:latin typeface="Tahoma"/>
                <a:cs typeface="Tahoma"/>
              </a:rPr>
              <a:t> </a:t>
            </a:r>
            <a:r>
              <a:rPr lang="en-IN" sz="2400" spc="-60" dirty="0">
                <a:solidFill>
                  <a:srgbClr val="404040"/>
                </a:solidFill>
                <a:latin typeface="Tahoma"/>
                <a:cs typeface="Tahoma"/>
              </a:rPr>
              <a:t>user</a:t>
            </a:r>
            <a:r>
              <a:rPr lang="en-IN" sz="2400" spc="-130" dirty="0">
                <a:solidFill>
                  <a:srgbClr val="404040"/>
                </a:solidFill>
                <a:latin typeface="Tahoma"/>
                <a:cs typeface="Tahoma"/>
              </a:rPr>
              <a:t> </a:t>
            </a:r>
            <a:r>
              <a:rPr lang="en-IN" sz="2400" spc="-80" dirty="0">
                <a:solidFill>
                  <a:srgbClr val="404040"/>
                </a:solidFill>
                <a:latin typeface="Tahoma"/>
                <a:cs typeface="Tahoma"/>
              </a:rPr>
              <a:t>mails,</a:t>
            </a:r>
            <a:r>
              <a:rPr lang="en-IN" sz="2400" spc="-145" dirty="0">
                <a:solidFill>
                  <a:srgbClr val="404040"/>
                </a:solidFill>
                <a:latin typeface="Tahoma"/>
                <a:cs typeface="Tahoma"/>
              </a:rPr>
              <a:t> </a:t>
            </a:r>
            <a:r>
              <a:rPr lang="en-IN" sz="2400" spc="-60" dirty="0">
                <a:solidFill>
                  <a:srgbClr val="404040"/>
                </a:solidFill>
                <a:latin typeface="Tahoma"/>
                <a:cs typeface="Tahoma"/>
              </a:rPr>
              <a:t>user</a:t>
            </a:r>
            <a:r>
              <a:rPr lang="en-IN" sz="2400" spc="-155" dirty="0">
                <a:solidFill>
                  <a:srgbClr val="404040"/>
                </a:solidFill>
                <a:latin typeface="Tahoma"/>
                <a:cs typeface="Tahoma"/>
              </a:rPr>
              <a:t> </a:t>
            </a:r>
            <a:r>
              <a:rPr lang="en-IN" sz="2400" spc="-75" dirty="0">
                <a:solidFill>
                  <a:srgbClr val="404040"/>
                </a:solidFill>
                <a:latin typeface="Tahoma"/>
                <a:cs typeface="Tahoma"/>
              </a:rPr>
              <a:t>passwords</a:t>
            </a:r>
            <a:r>
              <a:rPr lang="en-IN" sz="2400" spc="-155" dirty="0">
                <a:solidFill>
                  <a:srgbClr val="404040"/>
                </a:solidFill>
                <a:latin typeface="Tahoma"/>
                <a:cs typeface="Tahoma"/>
              </a:rPr>
              <a:t> </a:t>
            </a:r>
            <a:r>
              <a:rPr lang="en-IN" sz="2400" spc="-20" dirty="0">
                <a:solidFill>
                  <a:srgbClr val="404040"/>
                </a:solidFill>
                <a:latin typeface="Tahoma"/>
                <a:cs typeface="Tahoma"/>
              </a:rPr>
              <a:t>etc.</a:t>
            </a:r>
          </a:p>
          <a:p>
            <a:pPr marL="356870" algn="l">
              <a:lnSpc>
                <a:spcPts val="2280"/>
              </a:lnSpc>
            </a:pPr>
            <a:r>
              <a:rPr lang="en-IN" sz="2600" b="1" dirty="0">
                <a:solidFill>
                  <a:srgbClr val="002060"/>
                </a:solidFill>
                <a:latin typeface="Trebuchet MS"/>
                <a:cs typeface="Trebuchet MS"/>
              </a:rPr>
              <a:t>For</a:t>
            </a:r>
            <a:r>
              <a:rPr lang="en-IN" sz="2600" b="1" spc="-105" dirty="0">
                <a:solidFill>
                  <a:srgbClr val="002060"/>
                </a:solidFill>
                <a:latin typeface="Trebuchet MS"/>
                <a:cs typeface="Trebuchet MS"/>
              </a:rPr>
              <a:t> </a:t>
            </a:r>
            <a:r>
              <a:rPr lang="en-IN" sz="2600" b="1" dirty="0">
                <a:solidFill>
                  <a:srgbClr val="002060"/>
                </a:solidFill>
                <a:latin typeface="Trebuchet MS"/>
                <a:cs typeface="Trebuchet MS"/>
              </a:rPr>
              <a:t>Front</a:t>
            </a:r>
            <a:r>
              <a:rPr lang="en-IN" sz="2600" b="1" spc="-95" dirty="0">
                <a:solidFill>
                  <a:srgbClr val="002060"/>
                </a:solidFill>
                <a:latin typeface="Trebuchet MS"/>
                <a:cs typeface="Trebuchet MS"/>
              </a:rPr>
              <a:t> </a:t>
            </a:r>
            <a:r>
              <a:rPr lang="en-IN" sz="2600" b="1" spc="-25" dirty="0">
                <a:solidFill>
                  <a:srgbClr val="002060"/>
                </a:solidFill>
                <a:latin typeface="Trebuchet MS"/>
                <a:cs typeface="Trebuchet MS"/>
              </a:rPr>
              <a:t>end</a:t>
            </a:r>
            <a:endParaRPr lang="en-IN" sz="2600" dirty="0">
              <a:solidFill>
                <a:srgbClr val="002060"/>
              </a:solidFill>
              <a:latin typeface="Trebuchet MS"/>
              <a:cs typeface="Trebuchet MS"/>
            </a:endParaRPr>
          </a:p>
          <a:p>
            <a:pPr marL="12065" algn="l">
              <a:lnSpc>
                <a:spcPct val="100000"/>
              </a:lnSpc>
              <a:spcBef>
                <a:spcPts val="480"/>
              </a:spcBef>
              <a:buClr>
                <a:srgbClr val="90C225"/>
              </a:buClr>
              <a:buSzPct val="80000"/>
              <a:tabLst>
                <a:tab pos="356870" algn="l"/>
                <a:tab pos="357505" algn="l"/>
              </a:tabLst>
            </a:pPr>
            <a:r>
              <a:rPr lang="en-IN" sz="2400" spc="-20" dirty="0">
                <a:solidFill>
                  <a:srgbClr val="404040"/>
                </a:solidFill>
                <a:latin typeface="Tahoma"/>
                <a:cs typeface="Tahoma"/>
              </a:rPr>
              <a:t>1. Html</a:t>
            </a:r>
            <a:endParaRPr lang="en-IN" sz="2400" dirty="0">
              <a:latin typeface="Tahoma"/>
              <a:cs typeface="Tahoma"/>
            </a:endParaRPr>
          </a:p>
          <a:p>
            <a:pPr marL="12065" algn="l">
              <a:lnSpc>
                <a:spcPct val="100000"/>
              </a:lnSpc>
              <a:spcBef>
                <a:spcPts val="770"/>
              </a:spcBef>
              <a:buClr>
                <a:srgbClr val="90C225"/>
              </a:buClr>
              <a:buSzPct val="80000"/>
              <a:tabLst>
                <a:tab pos="356870" algn="l"/>
                <a:tab pos="357505" algn="l"/>
              </a:tabLst>
            </a:pPr>
            <a:r>
              <a:rPr lang="en-IN" sz="2400" spc="-25" dirty="0">
                <a:solidFill>
                  <a:srgbClr val="404040"/>
                </a:solidFill>
                <a:latin typeface="Tahoma"/>
                <a:cs typeface="Tahoma"/>
              </a:rPr>
              <a:t>2. CSS</a:t>
            </a:r>
            <a:endParaRPr lang="en-IN" sz="2400" dirty="0">
              <a:latin typeface="Tahoma"/>
              <a:cs typeface="Tahoma"/>
            </a:endParaRPr>
          </a:p>
          <a:p>
            <a:pPr marL="12065" algn="l">
              <a:lnSpc>
                <a:spcPct val="100000"/>
              </a:lnSpc>
              <a:spcBef>
                <a:spcPts val="770"/>
              </a:spcBef>
              <a:buClr>
                <a:srgbClr val="90C225"/>
              </a:buClr>
              <a:buSzPct val="80000"/>
              <a:tabLst>
                <a:tab pos="414655" algn="l"/>
                <a:tab pos="415290" algn="l"/>
              </a:tabLst>
            </a:pPr>
            <a:r>
              <a:rPr lang="en-IN" sz="2400" spc="-10" dirty="0">
                <a:solidFill>
                  <a:srgbClr val="404040"/>
                </a:solidFill>
                <a:latin typeface="Tahoma"/>
                <a:cs typeface="Tahoma"/>
              </a:rPr>
              <a:t>3. Bootstrap</a:t>
            </a:r>
            <a:endParaRPr lang="en-IN" dirty="0"/>
          </a:p>
        </p:txBody>
      </p:sp>
    </p:spTree>
    <p:extLst>
      <p:ext uri="{BB962C8B-B14F-4D97-AF65-F5344CB8AC3E}">
        <p14:creationId xmlns:p14="http://schemas.microsoft.com/office/powerpoint/2010/main" val="799811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F8CA4-DA07-3A6B-B6C3-93245B2836EA}"/>
              </a:ext>
            </a:extLst>
          </p:cNvPr>
          <p:cNvSpPr>
            <a:spLocks noGrp="1"/>
          </p:cNvSpPr>
          <p:nvPr>
            <p:ph type="ctrTitle"/>
          </p:nvPr>
        </p:nvSpPr>
        <p:spPr>
          <a:xfrm>
            <a:off x="952901" y="490673"/>
            <a:ext cx="9715099" cy="895365"/>
          </a:xfrm>
        </p:spPr>
        <p:txBody>
          <a:bodyPr>
            <a:normAutofit/>
          </a:bodyPr>
          <a:lstStyle/>
          <a:p>
            <a:pPr algn="l"/>
            <a:r>
              <a:rPr lang="en-US" sz="3200" dirty="0">
                <a:solidFill>
                  <a:srgbClr val="0070C0"/>
                </a:solidFill>
                <a:latin typeface="+mn-lt"/>
              </a:rPr>
              <a:t>Algorithm:</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B36D0F2D-71D2-1D1D-AA52-76EED1C8093E}"/>
              </a:ext>
            </a:extLst>
          </p:cNvPr>
          <p:cNvSpPr>
            <a:spLocks noGrp="1"/>
          </p:cNvSpPr>
          <p:nvPr>
            <p:ph type="subTitle" idx="1"/>
          </p:nvPr>
        </p:nvSpPr>
        <p:spPr>
          <a:xfrm>
            <a:off x="952901" y="1549667"/>
            <a:ext cx="9715099" cy="3708133"/>
          </a:xfrm>
        </p:spPr>
        <p:txBody>
          <a:bodyPr/>
          <a:lstStyle/>
          <a:p>
            <a:endParaRPr lang="en-IN" dirty="0"/>
          </a:p>
        </p:txBody>
      </p:sp>
      <p:pic>
        <p:nvPicPr>
          <p:cNvPr id="4" name="object 3">
            <a:extLst>
              <a:ext uri="{FF2B5EF4-FFF2-40B4-BE49-F238E27FC236}">
                <a16:creationId xmlns:a16="http://schemas.microsoft.com/office/drawing/2014/main" id="{DDFD6358-F00B-2CC1-722A-5B0D62259B45}"/>
              </a:ext>
            </a:extLst>
          </p:cNvPr>
          <p:cNvPicPr/>
          <p:nvPr/>
        </p:nvPicPr>
        <p:blipFill>
          <a:blip r:embed="rId2" cstate="print"/>
          <a:stretch>
            <a:fillRect/>
          </a:stretch>
        </p:blipFill>
        <p:spPr>
          <a:xfrm>
            <a:off x="952901" y="1549667"/>
            <a:ext cx="9872071" cy="4195813"/>
          </a:xfrm>
          <a:prstGeom prst="rect">
            <a:avLst/>
          </a:prstGeom>
        </p:spPr>
      </p:pic>
    </p:spTree>
    <p:extLst>
      <p:ext uri="{BB962C8B-B14F-4D97-AF65-F5344CB8AC3E}">
        <p14:creationId xmlns:p14="http://schemas.microsoft.com/office/powerpoint/2010/main" val="4226833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526A4-4FD2-F9DD-ADF7-4033646FA673}"/>
              </a:ext>
            </a:extLst>
          </p:cNvPr>
          <p:cNvSpPr>
            <a:spLocks noGrp="1"/>
          </p:cNvSpPr>
          <p:nvPr>
            <p:ph type="ctrTitle"/>
          </p:nvPr>
        </p:nvSpPr>
        <p:spPr>
          <a:xfrm>
            <a:off x="933651" y="346510"/>
            <a:ext cx="9734349" cy="770022"/>
          </a:xfrm>
        </p:spPr>
        <p:txBody>
          <a:bodyPr>
            <a:normAutofit/>
          </a:bodyPr>
          <a:lstStyle/>
          <a:p>
            <a:pPr algn="l"/>
            <a:r>
              <a:rPr lang="en-US" sz="3200" dirty="0">
                <a:solidFill>
                  <a:srgbClr val="0070C0"/>
                </a:solidFill>
                <a:latin typeface="+mn-lt"/>
              </a:rPr>
              <a:t>Conclusion:</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EC0E11F3-E10A-2415-D985-9D7D23BDB769}"/>
              </a:ext>
            </a:extLst>
          </p:cNvPr>
          <p:cNvSpPr>
            <a:spLocks noGrp="1"/>
          </p:cNvSpPr>
          <p:nvPr>
            <p:ph type="subTitle" idx="1"/>
          </p:nvPr>
        </p:nvSpPr>
        <p:spPr>
          <a:xfrm>
            <a:off x="933651" y="1116532"/>
            <a:ext cx="9734349" cy="4918508"/>
          </a:xfrm>
        </p:spPr>
        <p:txBody>
          <a:bodyPr>
            <a:normAutofit fontScale="92500"/>
          </a:bodyPr>
          <a:lstStyle/>
          <a:p>
            <a:pPr marL="354965" marR="60960" indent="-342900" algn="l">
              <a:lnSpc>
                <a:spcPct val="100000"/>
              </a:lnSpc>
              <a:spcBef>
                <a:spcPts val="90"/>
              </a:spcBef>
              <a:buFont typeface="Arial" panose="020B0604020202020204" pitchFamily="34" charset="0"/>
              <a:buChar char="•"/>
              <a:tabLst>
                <a:tab pos="356870" algn="l"/>
              </a:tabLst>
            </a:pPr>
            <a:r>
              <a:rPr lang="en-US" dirty="0">
                <a:solidFill>
                  <a:srgbClr val="90C225"/>
                </a:solidFill>
                <a:cs typeface="Lucida Sans Unicode"/>
              </a:rPr>
              <a:t>	</a:t>
            </a:r>
            <a:r>
              <a:rPr lang="en-US" dirty="0">
                <a:cs typeface="Arial MT"/>
              </a:rPr>
              <a:t>Online</a:t>
            </a:r>
            <a:r>
              <a:rPr lang="en-US" spc="-40" dirty="0">
                <a:cs typeface="Arial MT"/>
              </a:rPr>
              <a:t> </a:t>
            </a:r>
            <a:r>
              <a:rPr lang="en-US" dirty="0">
                <a:cs typeface="Arial MT"/>
              </a:rPr>
              <a:t>ticket</a:t>
            </a:r>
            <a:r>
              <a:rPr lang="en-US" spc="-95" dirty="0">
                <a:cs typeface="Arial MT"/>
              </a:rPr>
              <a:t> </a:t>
            </a:r>
            <a:r>
              <a:rPr lang="en-US" dirty="0">
                <a:cs typeface="Arial MT"/>
              </a:rPr>
              <a:t>booking</a:t>
            </a:r>
            <a:r>
              <a:rPr lang="en-US" spc="-60" dirty="0">
                <a:cs typeface="Arial MT"/>
              </a:rPr>
              <a:t> </a:t>
            </a:r>
            <a:r>
              <a:rPr lang="en-US" dirty="0">
                <a:cs typeface="Arial MT"/>
              </a:rPr>
              <a:t>system</a:t>
            </a:r>
            <a:r>
              <a:rPr lang="en-US" spc="-15" dirty="0">
                <a:cs typeface="Arial MT"/>
              </a:rPr>
              <a:t> </a:t>
            </a:r>
            <a:r>
              <a:rPr lang="en-US" dirty="0">
                <a:cs typeface="Arial MT"/>
              </a:rPr>
              <a:t>is</a:t>
            </a:r>
            <a:r>
              <a:rPr lang="en-US" spc="-65" dirty="0">
                <a:cs typeface="Arial MT"/>
              </a:rPr>
              <a:t> </a:t>
            </a:r>
            <a:r>
              <a:rPr lang="en-US" dirty="0">
                <a:cs typeface="Arial MT"/>
              </a:rPr>
              <a:t>an</a:t>
            </a:r>
            <a:r>
              <a:rPr lang="en-US" spc="-60" dirty="0">
                <a:cs typeface="Arial MT"/>
              </a:rPr>
              <a:t> </a:t>
            </a:r>
            <a:r>
              <a:rPr lang="en-US" dirty="0">
                <a:cs typeface="Arial MT"/>
              </a:rPr>
              <a:t>application</a:t>
            </a:r>
            <a:r>
              <a:rPr lang="en-US" spc="10" dirty="0">
                <a:cs typeface="Arial MT"/>
              </a:rPr>
              <a:t> </a:t>
            </a:r>
            <a:r>
              <a:rPr lang="en-US" dirty="0">
                <a:cs typeface="Arial MT"/>
              </a:rPr>
              <a:t>where</a:t>
            </a:r>
            <a:r>
              <a:rPr lang="en-US" spc="-35" dirty="0">
                <a:cs typeface="Arial MT"/>
              </a:rPr>
              <a:t> </a:t>
            </a:r>
            <a:r>
              <a:rPr lang="en-US" dirty="0">
                <a:cs typeface="Arial MT"/>
              </a:rPr>
              <a:t>the</a:t>
            </a:r>
            <a:r>
              <a:rPr lang="en-US" spc="-75" dirty="0">
                <a:cs typeface="Arial MT"/>
              </a:rPr>
              <a:t> </a:t>
            </a:r>
            <a:r>
              <a:rPr lang="en-US" dirty="0">
                <a:cs typeface="Arial MT"/>
              </a:rPr>
              <a:t>customer</a:t>
            </a:r>
            <a:r>
              <a:rPr lang="en-US" spc="-110" dirty="0">
                <a:cs typeface="Arial MT"/>
              </a:rPr>
              <a:t> </a:t>
            </a:r>
            <a:r>
              <a:rPr lang="en-US" dirty="0">
                <a:cs typeface="Arial MT"/>
              </a:rPr>
              <a:t>can</a:t>
            </a:r>
            <a:r>
              <a:rPr lang="en-US" spc="-60" dirty="0">
                <a:cs typeface="Arial MT"/>
              </a:rPr>
              <a:t> </a:t>
            </a:r>
            <a:r>
              <a:rPr lang="en-US" dirty="0">
                <a:cs typeface="Arial MT"/>
              </a:rPr>
              <a:t>book</a:t>
            </a:r>
            <a:r>
              <a:rPr lang="en-US" spc="-65" dirty="0">
                <a:cs typeface="Arial MT"/>
              </a:rPr>
              <a:t> </a:t>
            </a:r>
            <a:r>
              <a:rPr lang="en-US" spc="-50" dirty="0">
                <a:cs typeface="Arial MT"/>
              </a:rPr>
              <a:t>a </a:t>
            </a:r>
            <a:r>
              <a:rPr lang="en-US" dirty="0">
                <a:cs typeface="Arial MT"/>
              </a:rPr>
              <a:t>ticket</a:t>
            </a:r>
            <a:r>
              <a:rPr lang="en-US" spc="-90" dirty="0">
                <a:cs typeface="Arial MT"/>
              </a:rPr>
              <a:t> </a:t>
            </a:r>
            <a:r>
              <a:rPr lang="en-US" dirty="0">
                <a:cs typeface="Arial MT"/>
              </a:rPr>
              <a:t>online</a:t>
            </a:r>
            <a:r>
              <a:rPr lang="en-US" spc="-5" dirty="0">
                <a:cs typeface="Arial MT"/>
              </a:rPr>
              <a:t> </a:t>
            </a:r>
            <a:r>
              <a:rPr lang="en-US" dirty="0">
                <a:cs typeface="Arial MT"/>
              </a:rPr>
              <a:t>and</a:t>
            </a:r>
            <a:r>
              <a:rPr lang="en-US" spc="-30" dirty="0">
                <a:cs typeface="Arial MT"/>
              </a:rPr>
              <a:t> </a:t>
            </a:r>
            <a:r>
              <a:rPr lang="en-US" dirty="0">
                <a:cs typeface="Arial MT"/>
              </a:rPr>
              <a:t>24*7</a:t>
            </a:r>
            <a:r>
              <a:rPr lang="en-US" spc="-40" dirty="0">
                <a:cs typeface="Arial MT"/>
              </a:rPr>
              <a:t> </a:t>
            </a:r>
            <a:r>
              <a:rPr lang="en-US" dirty="0">
                <a:cs typeface="Arial MT"/>
              </a:rPr>
              <a:t>hours</a:t>
            </a:r>
            <a:r>
              <a:rPr lang="en-US" spc="-30" dirty="0">
                <a:cs typeface="Arial MT"/>
              </a:rPr>
              <a:t> </a:t>
            </a:r>
            <a:r>
              <a:rPr lang="en-US" dirty="0">
                <a:cs typeface="Arial MT"/>
              </a:rPr>
              <a:t>a</a:t>
            </a:r>
            <a:r>
              <a:rPr lang="en-US" spc="-60" dirty="0">
                <a:cs typeface="Arial MT"/>
              </a:rPr>
              <a:t> </a:t>
            </a:r>
            <a:r>
              <a:rPr lang="en-US" dirty="0">
                <a:cs typeface="Arial MT"/>
              </a:rPr>
              <a:t>day</a:t>
            </a:r>
            <a:r>
              <a:rPr lang="en-US" spc="-55" dirty="0">
                <a:cs typeface="Arial MT"/>
              </a:rPr>
              <a:t> </a:t>
            </a:r>
            <a:r>
              <a:rPr lang="en-US" dirty="0">
                <a:cs typeface="Arial MT"/>
              </a:rPr>
              <a:t>from</a:t>
            </a:r>
            <a:r>
              <a:rPr lang="en-US" spc="-90" dirty="0">
                <a:cs typeface="Arial MT"/>
              </a:rPr>
              <a:t> </a:t>
            </a:r>
            <a:r>
              <a:rPr lang="en-US" dirty="0">
                <a:cs typeface="Arial MT"/>
              </a:rPr>
              <a:t>anyplace</a:t>
            </a:r>
            <a:r>
              <a:rPr lang="en-US" spc="40" dirty="0">
                <a:cs typeface="Arial MT"/>
              </a:rPr>
              <a:t> </a:t>
            </a:r>
            <a:r>
              <a:rPr lang="en-US" dirty="0">
                <a:cs typeface="Arial MT"/>
              </a:rPr>
              <a:t>in</a:t>
            </a:r>
            <a:r>
              <a:rPr lang="en-US" spc="-45" dirty="0">
                <a:cs typeface="Arial MT"/>
              </a:rPr>
              <a:t> </a:t>
            </a:r>
            <a:r>
              <a:rPr lang="en-US" dirty="0">
                <a:cs typeface="Arial MT"/>
              </a:rPr>
              <a:t>the</a:t>
            </a:r>
            <a:r>
              <a:rPr lang="en-US" spc="-65" dirty="0">
                <a:cs typeface="Arial MT"/>
              </a:rPr>
              <a:t> </a:t>
            </a:r>
            <a:r>
              <a:rPr lang="en-US" spc="-10" dirty="0">
                <a:cs typeface="Arial MT"/>
              </a:rPr>
              <a:t>world.</a:t>
            </a:r>
          </a:p>
          <a:p>
            <a:pPr marL="354965" marR="60960" indent="-342900" algn="l">
              <a:lnSpc>
                <a:spcPct val="100000"/>
              </a:lnSpc>
              <a:spcBef>
                <a:spcPts val="90"/>
              </a:spcBef>
              <a:buFont typeface="Arial" panose="020B0604020202020204" pitchFamily="34" charset="0"/>
              <a:buChar char="•"/>
              <a:tabLst>
                <a:tab pos="356870" algn="l"/>
              </a:tabLst>
            </a:pPr>
            <a:r>
              <a:rPr lang="en-US" dirty="0">
                <a:cs typeface="Arial MT"/>
              </a:rPr>
              <a:t>Customers</a:t>
            </a:r>
            <a:r>
              <a:rPr lang="en-US" spc="-95" dirty="0">
                <a:cs typeface="Arial MT"/>
              </a:rPr>
              <a:t> </a:t>
            </a:r>
            <a:r>
              <a:rPr lang="en-US" dirty="0">
                <a:cs typeface="Arial MT"/>
              </a:rPr>
              <a:t>can</a:t>
            </a:r>
            <a:r>
              <a:rPr lang="en-US" spc="-50" dirty="0">
                <a:cs typeface="Arial MT"/>
              </a:rPr>
              <a:t> </a:t>
            </a:r>
            <a:r>
              <a:rPr lang="en-US" dirty="0">
                <a:cs typeface="Arial MT"/>
              </a:rPr>
              <a:t>also</a:t>
            </a:r>
            <a:r>
              <a:rPr lang="en-US" spc="-45" dirty="0">
                <a:cs typeface="Arial MT"/>
              </a:rPr>
              <a:t> </a:t>
            </a:r>
            <a:r>
              <a:rPr lang="en-US" dirty="0">
                <a:cs typeface="Arial MT"/>
              </a:rPr>
              <a:t>interact</a:t>
            </a:r>
            <a:r>
              <a:rPr lang="en-US" spc="-40" dirty="0">
                <a:cs typeface="Arial MT"/>
              </a:rPr>
              <a:t> </a:t>
            </a:r>
            <a:r>
              <a:rPr lang="en-US" dirty="0">
                <a:cs typeface="Arial MT"/>
              </a:rPr>
              <a:t>with</a:t>
            </a:r>
            <a:r>
              <a:rPr lang="en-US" spc="-20" dirty="0">
                <a:cs typeface="Arial MT"/>
              </a:rPr>
              <a:t> </a:t>
            </a:r>
            <a:r>
              <a:rPr lang="en-US" dirty="0">
                <a:cs typeface="Arial MT"/>
              </a:rPr>
              <a:t>the</a:t>
            </a:r>
            <a:r>
              <a:rPr lang="en-US" spc="-50" dirty="0">
                <a:cs typeface="Arial MT"/>
              </a:rPr>
              <a:t> </a:t>
            </a:r>
            <a:r>
              <a:rPr lang="en-US" dirty="0">
                <a:cs typeface="Arial MT"/>
              </a:rPr>
              <a:t>ticket</a:t>
            </a:r>
            <a:r>
              <a:rPr lang="en-US" spc="-85" dirty="0">
                <a:cs typeface="Arial MT"/>
              </a:rPr>
              <a:t> </a:t>
            </a:r>
            <a:r>
              <a:rPr lang="en-US" dirty="0">
                <a:cs typeface="Arial MT"/>
              </a:rPr>
              <a:t>booking</a:t>
            </a:r>
            <a:r>
              <a:rPr lang="en-US" spc="-50" dirty="0">
                <a:cs typeface="Arial MT"/>
              </a:rPr>
              <a:t> </a:t>
            </a:r>
            <a:r>
              <a:rPr lang="en-US" dirty="0">
                <a:cs typeface="Arial MT"/>
              </a:rPr>
              <a:t>website to</a:t>
            </a:r>
            <a:r>
              <a:rPr lang="en-US" spc="-65" dirty="0">
                <a:cs typeface="Arial MT"/>
              </a:rPr>
              <a:t> </a:t>
            </a:r>
            <a:r>
              <a:rPr lang="en-US" dirty="0">
                <a:cs typeface="Arial MT"/>
              </a:rPr>
              <a:t>know</a:t>
            </a:r>
            <a:r>
              <a:rPr lang="en-US" spc="-75" dirty="0">
                <a:cs typeface="Arial MT"/>
              </a:rPr>
              <a:t> </a:t>
            </a:r>
            <a:r>
              <a:rPr lang="en-US" dirty="0">
                <a:cs typeface="Arial MT"/>
              </a:rPr>
              <a:t>any</a:t>
            </a:r>
            <a:r>
              <a:rPr lang="en-US" spc="-25" dirty="0">
                <a:cs typeface="Arial MT"/>
              </a:rPr>
              <a:t> </a:t>
            </a:r>
            <a:r>
              <a:rPr lang="en-US" spc="-10" dirty="0">
                <a:cs typeface="Arial MT"/>
              </a:rPr>
              <a:t>other </a:t>
            </a:r>
            <a:r>
              <a:rPr lang="en-US" dirty="0">
                <a:cs typeface="Arial MT"/>
              </a:rPr>
              <a:t>details</a:t>
            </a:r>
            <a:r>
              <a:rPr lang="en-US" spc="-40" dirty="0">
                <a:cs typeface="Arial MT"/>
              </a:rPr>
              <a:t> </a:t>
            </a:r>
            <a:r>
              <a:rPr lang="en-US" dirty="0">
                <a:cs typeface="Arial MT"/>
              </a:rPr>
              <a:t>they</a:t>
            </a:r>
            <a:r>
              <a:rPr lang="en-US" spc="-85" dirty="0">
                <a:cs typeface="Arial MT"/>
              </a:rPr>
              <a:t> </a:t>
            </a:r>
            <a:r>
              <a:rPr lang="en-US" spc="-20" dirty="0">
                <a:cs typeface="Arial MT"/>
              </a:rPr>
              <a:t>want.</a:t>
            </a:r>
            <a:endParaRPr lang="en-US" dirty="0">
              <a:cs typeface="Arial MT"/>
            </a:endParaRPr>
          </a:p>
          <a:p>
            <a:pPr marL="354965" marR="5080" indent="-342900" algn="l">
              <a:lnSpc>
                <a:spcPct val="100000"/>
              </a:lnSpc>
              <a:spcBef>
                <a:spcPts val="990"/>
              </a:spcBef>
              <a:buFont typeface="Arial" panose="020B0604020202020204" pitchFamily="34" charset="0"/>
              <a:buChar char="•"/>
              <a:tabLst>
                <a:tab pos="356870" algn="l"/>
              </a:tabLst>
            </a:pPr>
            <a:r>
              <a:rPr lang="en-US" dirty="0">
                <a:cs typeface="Arial MT"/>
              </a:rPr>
              <a:t>Online</a:t>
            </a:r>
            <a:r>
              <a:rPr lang="en-US" spc="-50" dirty="0">
                <a:cs typeface="Arial MT"/>
              </a:rPr>
              <a:t> </a:t>
            </a:r>
            <a:r>
              <a:rPr lang="en-US" dirty="0">
                <a:cs typeface="Arial MT"/>
              </a:rPr>
              <a:t>ticket</a:t>
            </a:r>
            <a:r>
              <a:rPr lang="en-US" spc="-105" dirty="0">
                <a:cs typeface="Arial MT"/>
              </a:rPr>
              <a:t> </a:t>
            </a:r>
            <a:r>
              <a:rPr lang="en-US" dirty="0">
                <a:cs typeface="Arial MT"/>
              </a:rPr>
              <a:t>booking</a:t>
            </a:r>
            <a:r>
              <a:rPr lang="en-US" spc="-75" dirty="0">
                <a:cs typeface="Arial MT"/>
              </a:rPr>
              <a:t> </a:t>
            </a:r>
            <a:r>
              <a:rPr lang="en-US" dirty="0">
                <a:cs typeface="Arial MT"/>
              </a:rPr>
              <a:t>system</a:t>
            </a:r>
            <a:r>
              <a:rPr lang="en-US" spc="-25" dirty="0">
                <a:cs typeface="Arial MT"/>
              </a:rPr>
              <a:t> </a:t>
            </a:r>
            <a:r>
              <a:rPr lang="en-US" dirty="0">
                <a:cs typeface="Arial MT"/>
              </a:rPr>
              <a:t>has</a:t>
            </a:r>
            <a:r>
              <a:rPr lang="en-US" spc="-70" dirty="0">
                <a:cs typeface="Arial MT"/>
              </a:rPr>
              <a:t> </a:t>
            </a:r>
            <a:r>
              <a:rPr lang="en-US" dirty="0">
                <a:cs typeface="Arial MT"/>
              </a:rPr>
              <a:t>been</a:t>
            </a:r>
            <a:r>
              <a:rPr lang="en-US" spc="-70" dirty="0">
                <a:cs typeface="Arial MT"/>
              </a:rPr>
              <a:t> </a:t>
            </a:r>
            <a:r>
              <a:rPr lang="en-US" dirty="0">
                <a:cs typeface="Arial MT"/>
              </a:rPr>
              <a:t>developed</a:t>
            </a:r>
            <a:r>
              <a:rPr lang="en-US" spc="-10" dirty="0">
                <a:cs typeface="Arial MT"/>
              </a:rPr>
              <a:t> </a:t>
            </a:r>
            <a:r>
              <a:rPr lang="en-US" spc="-20" dirty="0">
                <a:cs typeface="Arial MT"/>
              </a:rPr>
              <a:t>successfully.</a:t>
            </a:r>
            <a:r>
              <a:rPr lang="en-US" spc="-45" dirty="0">
                <a:cs typeface="Arial MT"/>
              </a:rPr>
              <a:t> </a:t>
            </a:r>
            <a:r>
              <a:rPr lang="en-US" spc="-10" dirty="0">
                <a:cs typeface="Arial MT"/>
              </a:rPr>
              <a:t>System performance</a:t>
            </a:r>
            <a:r>
              <a:rPr lang="en-US" spc="-90" dirty="0">
                <a:cs typeface="Arial MT"/>
              </a:rPr>
              <a:t> </a:t>
            </a:r>
            <a:r>
              <a:rPr lang="en-US" dirty="0">
                <a:cs typeface="Arial MT"/>
              </a:rPr>
              <a:t>is</a:t>
            </a:r>
            <a:r>
              <a:rPr lang="en-US" spc="-30" dirty="0">
                <a:cs typeface="Arial MT"/>
              </a:rPr>
              <a:t> </a:t>
            </a:r>
            <a:r>
              <a:rPr lang="en-US" dirty="0">
                <a:cs typeface="Arial MT"/>
              </a:rPr>
              <a:t>also</a:t>
            </a:r>
            <a:r>
              <a:rPr lang="en-US" spc="-20" dirty="0">
                <a:cs typeface="Arial MT"/>
              </a:rPr>
              <a:t> </a:t>
            </a:r>
            <a:r>
              <a:rPr lang="en-US" dirty="0">
                <a:cs typeface="Arial MT"/>
              </a:rPr>
              <a:t>found</a:t>
            </a:r>
            <a:r>
              <a:rPr lang="en-US" spc="-30" dirty="0">
                <a:cs typeface="Arial MT"/>
              </a:rPr>
              <a:t> </a:t>
            </a:r>
            <a:r>
              <a:rPr lang="en-US" dirty="0">
                <a:cs typeface="Arial MT"/>
              </a:rPr>
              <a:t>to</a:t>
            </a:r>
            <a:r>
              <a:rPr lang="en-US" spc="-40" dirty="0">
                <a:cs typeface="Arial MT"/>
              </a:rPr>
              <a:t> </a:t>
            </a:r>
            <a:r>
              <a:rPr lang="en-US" dirty="0">
                <a:cs typeface="Arial MT"/>
              </a:rPr>
              <a:t>be</a:t>
            </a:r>
            <a:r>
              <a:rPr lang="en-US" spc="-25" dirty="0">
                <a:cs typeface="Arial MT"/>
              </a:rPr>
              <a:t> satisfactory.</a:t>
            </a:r>
            <a:r>
              <a:rPr lang="en-US" spc="-35" dirty="0">
                <a:cs typeface="Arial MT"/>
              </a:rPr>
              <a:t> </a:t>
            </a:r>
            <a:r>
              <a:rPr lang="en-US" dirty="0">
                <a:cs typeface="Arial MT"/>
              </a:rPr>
              <a:t>This</a:t>
            </a:r>
            <a:r>
              <a:rPr lang="en-US" spc="-50" dirty="0">
                <a:cs typeface="Arial MT"/>
              </a:rPr>
              <a:t> </a:t>
            </a:r>
            <a:r>
              <a:rPr lang="en-US" dirty="0">
                <a:cs typeface="Arial MT"/>
              </a:rPr>
              <a:t>is</a:t>
            </a:r>
            <a:r>
              <a:rPr lang="en-US" spc="-10" dirty="0">
                <a:cs typeface="Arial MT"/>
              </a:rPr>
              <a:t> </a:t>
            </a:r>
            <a:r>
              <a:rPr lang="en-US" dirty="0">
                <a:cs typeface="Arial MT"/>
              </a:rPr>
              <a:t>a</a:t>
            </a:r>
            <a:r>
              <a:rPr lang="en-US" spc="-45" dirty="0">
                <a:cs typeface="Arial MT"/>
              </a:rPr>
              <a:t> </a:t>
            </a:r>
            <a:r>
              <a:rPr lang="en-US" dirty="0">
                <a:cs typeface="Arial MT"/>
              </a:rPr>
              <a:t>user-friendly</a:t>
            </a:r>
            <a:r>
              <a:rPr lang="en-US" spc="-30" dirty="0">
                <a:cs typeface="Arial MT"/>
              </a:rPr>
              <a:t> </a:t>
            </a:r>
            <a:r>
              <a:rPr lang="en-US" spc="-10" dirty="0">
                <a:cs typeface="Arial MT"/>
              </a:rPr>
              <a:t>application. </a:t>
            </a:r>
            <a:r>
              <a:rPr lang="en-US" dirty="0">
                <a:cs typeface="Arial MT"/>
              </a:rPr>
              <a:t>Through</a:t>
            </a:r>
            <a:r>
              <a:rPr lang="en-US" spc="-70" dirty="0">
                <a:cs typeface="Arial MT"/>
              </a:rPr>
              <a:t> </a:t>
            </a:r>
            <a:r>
              <a:rPr lang="en-US" dirty="0">
                <a:cs typeface="Arial MT"/>
              </a:rPr>
              <a:t>this</a:t>
            </a:r>
            <a:r>
              <a:rPr lang="en-US" spc="-35" dirty="0">
                <a:cs typeface="Arial MT"/>
              </a:rPr>
              <a:t> </a:t>
            </a:r>
            <a:r>
              <a:rPr lang="en-US" dirty="0">
                <a:cs typeface="Arial MT"/>
              </a:rPr>
              <a:t>application,</a:t>
            </a:r>
            <a:r>
              <a:rPr lang="en-US" spc="20" dirty="0">
                <a:cs typeface="Arial MT"/>
              </a:rPr>
              <a:t> </a:t>
            </a:r>
            <a:r>
              <a:rPr lang="en-US" dirty="0">
                <a:cs typeface="Arial MT"/>
              </a:rPr>
              <a:t>the</a:t>
            </a:r>
            <a:r>
              <a:rPr lang="en-US" spc="-65" dirty="0">
                <a:cs typeface="Arial MT"/>
              </a:rPr>
              <a:t> </a:t>
            </a:r>
            <a:r>
              <a:rPr lang="en-US" dirty="0">
                <a:cs typeface="Arial MT"/>
              </a:rPr>
              <a:t>cost</a:t>
            </a:r>
            <a:r>
              <a:rPr lang="en-US" spc="-60" dirty="0">
                <a:cs typeface="Arial MT"/>
              </a:rPr>
              <a:t> </a:t>
            </a:r>
            <a:r>
              <a:rPr lang="en-US" dirty="0">
                <a:cs typeface="Arial MT"/>
              </a:rPr>
              <a:t>can</a:t>
            </a:r>
            <a:r>
              <a:rPr lang="en-US" spc="-70" dirty="0">
                <a:cs typeface="Arial MT"/>
              </a:rPr>
              <a:t> </a:t>
            </a:r>
            <a:r>
              <a:rPr lang="en-US" dirty="0">
                <a:cs typeface="Arial MT"/>
              </a:rPr>
              <a:t>be</a:t>
            </a:r>
            <a:r>
              <a:rPr lang="en-US" spc="-55" dirty="0">
                <a:cs typeface="Arial MT"/>
              </a:rPr>
              <a:t> </a:t>
            </a:r>
            <a:r>
              <a:rPr lang="en-US" dirty="0">
                <a:cs typeface="Arial MT"/>
              </a:rPr>
              <a:t>reduced</a:t>
            </a:r>
            <a:r>
              <a:rPr lang="en-US" spc="-50" dirty="0">
                <a:cs typeface="Arial MT"/>
              </a:rPr>
              <a:t> </a:t>
            </a:r>
            <a:r>
              <a:rPr lang="en-US" dirty="0">
                <a:cs typeface="Arial MT"/>
              </a:rPr>
              <a:t>and</a:t>
            </a:r>
            <a:r>
              <a:rPr lang="en-US" spc="-50" dirty="0">
                <a:cs typeface="Arial MT"/>
              </a:rPr>
              <a:t> </a:t>
            </a:r>
            <a:r>
              <a:rPr lang="en-US" spc="-10" dirty="0">
                <a:cs typeface="Arial MT"/>
              </a:rPr>
              <a:t>efficiency</a:t>
            </a:r>
            <a:r>
              <a:rPr lang="en-US" spc="-75" dirty="0">
                <a:cs typeface="Arial MT"/>
              </a:rPr>
              <a:t> </a:t>
            </a:r>
            <a:r>
              <a:rPr lang="en-US" dirty="0">
                <a:cs typeface="Arial MT"/>
              </a:rPr>
              <a:t>is</a:t>
            </a:r>
            <a:r>
              <a:rPr lang="en-US" spc="-30" dirty="0">
                <a:cs typeface="Arial MT"/>
              </a:rPr>
              <a:t> </a:t>
            </a:r>
            <a:r>
              <a:rPr lang="en-US" spc="-10" dirty="0">
                <a:cs typeface="Arial MT"/>
              </a:rPr>
              <a:t>increased.</a:t>
            </a:r>
            <a:endParaRPr lang="en-US" dirty="0">
              <a:cs typeface="Arial MT"/>
            </a:endParaRPr>
          </a:p>
          <a:p>
            <a:pPr marL="354965" marR="276860" indent="-342900" algn="l">
              <a:lnSpc>
                <a:spcPct val="100000"/>
              </a:lnSpc>
              <a:spcBef>
                <a:spcPts val="1010"/>
              </a:spcBef>
              <a:buFont typeface="Arial" panose="020B0604020202020204" pitchFamily="34" charset="0"/>
              <a:buChar char="•"/>
              <a:tabLst>
                <a:tab pos="421005" algn="l"/>
              </a:tabLst>
            </a:pPr>
            <a:r>
              <a:rPr lang="en-US" dirty="0">
                <a:cs typeface="Arial MT"/>
              </a:rPr>
              <a:t>There</a:t>
            </a:r>
            <a:r>
              <a:rPr lang="en-US" spc="-70" dirty="0">
                <a:cs typeface="Arial MT"/>
              </a:rPr>
              <a:t> </a:t>
            </a:r>
            <a:r>
              <a:rPr lang="en-US" dirty="0">
                <a:cs typeface="Arial MT"/>
              </a:rPr>
              <a:t>are</a:t>
            </a:r>
            <a:r>
              <a:rPr lang="en-US" spc="-65" dirty="0">
                <a:cs typeface="Arial MT"/>
              </a:rPr>
              <a:t> </a:t>
            </a:r>
            <a:r>
              <a:rPr lang="en-US" dirty="0">
                <a:cs typeface="Arial MT"/>
              </a:rPr>
              <a:t>several</a:t>
            </a:r>
            <a:r>
              <a:rPr lang="en-US" spc="-30" dirty="0">
                <a:cs typeface="Arial MT"/>
              </a:rPr>
              <a:t> </a:t>
            </a:r>
            <a:r>
              <a:rPr lang="en-US" dirty="0">
                <a:cs typeface="Arial MT"/>
              </a:rPr>
              <a:t>procedures</a:t>
            </a:r>
            <a:r>
              <a:rPr lang="en-US" spc="-40" dirty="0">
                <a:cs typeface="Arial MT"/>
              </a:rPr>
              <a:t> </a:t>
            </a:r>
            <a:r>
              <a:rPr lang="en-US" dirty="0">
                <a:cs typeface="Arial MT"/>
              </a:rPr>
              <a:t>that</a:t>
            </a:r>
            <a:r>
              <a:rPr lang="en-US" spc="-70" dirty="0">
                <a:cs typeface="Arial MT"/>
              </a:rPr>
              <a:t> </a:t>
            </a:r>
            <a:r>
              <a:rPr lang="en-US" dirty="0">
                <a:cs typeface="Arial MT"/>
              </a:rPr>
              <a:t>can</a:t>
            </a:r>
            <a:r>
              <a:rPr lang="en-US" spc="-75" dirty="0">
                <a:cs typeface="Arial MT"/>
              </a:rPr>
              <a:t> </a:t>
            </a:r>
            <a:r>
              <a:rPr lang="en-US" dirty="0">
                <a:cs typeface="Arial MT"/>
              </a:rPr>
              <a:t>be</a:t>
            </a:r>
            <a:r>
              <a:rPr lang="en-US" spc="-50" dirty="0">
                <a:cs typeface="Arial MT"/>
              </a:rPr>
              <a:t> </a:t>
            </a:r>
            <a:r>
              <a:rPr lang="en-US" dirty="0">
                <a:cs typeface="Arial MT"/>
              </a:rPr>
              <a:t>selected</a:t>
            </a:r>
            <a:r>
              <a:rPr lang="en-US" spc="-50" dirty="0">
                <a:cs typeface="Arial MT"/>
              </a:rPr>
              <a:t> </a:t>
            </a:r>
            <a:r>
              <a:rPr lang="en-US" dirty="0">
                <a:cs typeface="Arial MT"/>
              </a:rPr>
              <a:t>by</a:t>
            </a:r>
            <a:r>
              <a:rPr lang="en-US" spc="-55" dirty="0">
                <a:cs typeface="Arial MT"/>
              </a:rPr>
              <a:t> </a:t>
            </a:r>
            <a:r>
              <a:rPr lang="en-US" dirty="0">
                <a:cs typeface="Arial MT"/>
              </a:rPr>
              <a:t>customers.</a:t>
            </a:r>
            <a:r>
              <a:rPr lang="en-US" spc="-114" dirty="0">
                <a:cs typeface="Arial MT"/>
              </a:rPr>
              <a:t> </a:t>
            </a:r>
            <a:r>
              <a:rPr lang="en-US" dirty="0">
                <a:cs typeface="Arial MT"/>
              </a:rPr>
              <a:t>With</a:t>
            </a:r>
            <a:r>
              <a:rPr lang="en-US" spc="-135" dirty="0">
                <a:cs typeface="Arial MT"/>
              </a:rPr>
              <a:t> </a:t>
            </a:r>
            <a:r>
              <a:rPr lang="en-US" spc="-25" dirty="0">
                <a:cs typeface="Arial MT"/>
              </a:rPr>
              <a:t>the </a:t>
            </a:r>
            <a:r>
              <a:rPr lang="en-US" dirty="0">
                <a:cs typeface="Arial MT"/>
              </a:rPr>
              <a:t>help</a:t>
            </a:r>
            <a:r>
              <a:rPr lang="en-US" spc="-25" dirty="0">
                <a:cs typeface="Arial MT"/>
              </a:rPr>
              <a:t> </a:t>
            </a:r>
            <a:r>
              <a:rPr lang="en-US" dirty="0">
                <a:cs typeface="Arial MT"/>
              </a:rPr>
              <a:t>of</a:t>
            </a:r>
            <a:r>
              <a:rPr lang="en-US" spc="-65" dirty="0">
                <a:cs typeface="Arial MT"/>
              </a:rPr>
              <a:t> </a:t>
            </a:r>
            <a:r>
              <a:rPr lang="en-US" dirty="0">
                <a:cs typeface="Arial MT"/>
              </a:rPr>
              <a:t>this</a:t>
            </a:r>
            <a:r>
              <a:rPr lang="en-US" spc="-30" dirty="0">
                <a:cs typeface="Arial MT"/>
              </a:rPr>
              <a:t> </a:t>
            </a:r>
            <a:r>
              <a:rPr lang="en-US" dirty="0">
                <a:cs typeface="Arial MT"/>
              </a:rPr>
              <a:t>application customers</a:t>
            </a:r>
            <a:r>
              <a:rPr lang="en-US" spc="-90" dirty="0">
                <a:cs typeface="Arial MT"/>
              </a:rPr>
              <a:t> </a:t>
            </a:r>
            <a:r>
              <a:rPr lang="en-US" dirty="0">
                <a:cs typeface="Arial MT"/>
              </a:rPr>
              <a:t>can</a:t>
            </a:r>
            <a:r>
              <a:rPr lang="en-US" spc="-65" dirty="0">
                <a:cs typeface="Arial MT"/>
              </a:rPr>
              <a:t> </a:t>
            </a:r>
            <a:r>
              <a:rPr lang="en-US" dirty="0">
                <a:cs typeface="Arial MT"/>
              </a:rPr>
              <a:t>book</a:t>
            </a:r>
            <a:r>
              <a:rPr lang="en-US" spc="-30" dirty="0">
                <a:cs typeface="Arial MT"/>
              </a:rPr>
              <a:t> </a:t>
            </a:r>
            <a:r>
              <a:rPr lang="en-US" dirty="0">
                <a:cs typeface="Arial MT"/>
              </a:rPr>
              <a:t>tickets,</a:t>
            </a:r>
            <a:r>
              <a:rPr lang="en-US" spc="-80" dirty="0">
                <a:cs typeface="Arial MT"/>
              </a:rPr>
              <a:t> </a:t>
            </a:r>
            <a:r>
              <a:rPr lang="en-US" dirty="0">
                <a:cs typeface="Arial MT"/>
              </a:rPr>
              <a:t>can</a:t>
            </a:r>
            <a:r>
              <a:rPr lang="en-US" spc="-65" dirty="0">
                <a:cs typeface="Arial MT"/>
              </a:rPr>
              <a:t> </a:t>
            </a:r>
            <a:r>
              <a:rPr lang="en-US" dirty="0">
                <a:cs typeface="Arial MT"/>
              </a:rPr>
              <a:t>know</a:t>
            </a:r>
            <a:r>
              <a:rPr lang="en-US" spc="-55" dirty="0">
                <a:cs typeface="Arial MT"/>
              </a:rPr>
              <a:t> </a:t>
            </a:r>
            <a:r>
              <a:rPr lang="en-US" dirty="0">
                <a:cs typeface="Arial MT"/>
              </a:rPr>
              <a:t>the</a:t>
            </a:r>
            <a:r>
              <a:rPr lang="en-US" spc="-65" dirty="0">
                <a:cs typeface="Arial MT"/>
              </a:rPr>
              <a:t> </a:t>
            </a:r>
            <a:r>
              <a:rPr lang="en-US" dirty="0">
                <a:cs typeface="Arial MT"/>
              </a:rPr>
              <a:t>status</a:t>
            </a:r>
            <a:r>
              <a:rPr lang="en-US" spc="-50" dirty="0">
                <a:cs typeface="Arial MT"/>
              </a:rPr>
              <a:t> </a:t>
            </a:r>
            <a:r>
              <a:rPr lang="en-US" dirty="0">
                <a:cs typeface="Arial MT"/>
              </a:rPr>
              <a:t>of</a:t>
            </a:r>
            <a:r>
              <a:rPr lang="en-US" spc="-65" dirty="0">
                <a:cs typeface="Arial MT"/>
              </a:rPr>
              <a:t> </a:t>
            </a:r>
            <a:r>
              <a:rPr lang="en-US" spc="-50" dirty="0">
                <a:cs typeface="Arial MT"/>
              </a:rPr>
              <a:t>a </a:t>
            </a:r>
            <a:r>
              <a:rPr lang="en-US" dirty="0">
                <a:cs typeface="Arial MT"/>
              </a:rPr>
              <a:t>bus</a:t>
            </a:r>
            <a:r>
              <a:rPr lang="en-US" spc="-50" dirty="0">
                <a:cs typeface="Arial MT"/>
              </a:rPr>
              <a:t> </a:t>
            </a:r>
            <a:r>
              <a:rPr lang="en-US" spc="-60" dirty="0">
                <a:cs typeface="Arial MT"/>
              </a:rPr>
              <a:t>.</a:t>
            </a:r>
            <a:endParaRPr lang="en-US" dirty="0">
              <a:cs typeface="Arial MT"/>
            </a:endParaRPr>
          </a:p>
          <a:p>
            <a:pPr marL="354965" marR="268605" indent="-342900" algn="l">
              <a:lnSpc>
                <a:spcPct val="100000"/>
              </a:lnSpc>
              <a:spcBef>
                <a:spcPts val="1010"/>
              </a:spcBef>
              <a:buFont typeface="Arial" panose="020B0604020202020204" pitchFamily="34" charset="0"/>
              <a:buChar char="•"/>
              <a:tabLst>
                <a:tab pos="356870" algn="l"/>
              </a:tabLst>
            </a:pPr>
            <a:r>
              <a:rPr lang="en-US" dirty="0">
                <a:solidFill>
                  <a:srgbClr val="90C225"/>
                </a:solidFill>
                <a:cs typeface="Lucida Sans Unicode"/>
              </a:rPr>
              <a:t>	</a:t>
            </a:r>
            <a:r>
              <a:rPr lang="en-US" dirty="0">
                <a:cs typeface="Arial MT"/>
              </a:rPr>
              <a:t>Source</a:t>
            </a:r>
            <a:r>
              <a:rPr lang="en-US" spc="-60" dirty="0">
                <a:cs typeface="Arial MT"/>
              </a:rPr>
              <a:t> </a:t>
            </a:r>
            <a:r>
              <a:rPr lang="en-US" dirty="0">
                <a:cs typeface="Arial MT"/>
              </a:rPr>
              <a:t>station</a:t>
            </a:r>
            <a:r>
              <a:rPr lang="en-US" spc="-60" dirty="0">
                <a:cs typeface="Arial MT"/>
              </a:rPr>
              <a:t> </a:t>
            </a:r>
            <a:r>
              <a:rPr lang="en-US" dirty="0">
                <a:cs typeface="Arial MT"/>
              </a:rPr>
              <a:t>and</a:t>
            </a:r>
            <a:r>
              <a:rPr lang="en-US" spc="-60" dirty="0">
                <a:cs typeface="Arial MT"/>
              </a:rPr>
              <a:t> </a:t>
            </a:r>
            <a:r>
              <a:rPr lang="en-US" dirty="0">
                <a:cs typeface="Arial MT"/>
              </a:rPr>
              <a:t>destination</a:t>
            </a:r>
            <a:r>
              <a:rPr lang="en-US" spc="-20" dirty="0">
                <a:cs typeface="Arial MT"/>
              </a:rPr>
              <a:t> </a:t>
            </a:r>
            <a:r>
              <a:rPr lang="en-US" dirty="0">
                <a:cs typeface="Arial MT"/>
              </a:rPr>
              <a:t>can</a:t>
            </a:r>
            <a:r>
              <a:rPr lang="en-US" spc="-60" dirty="0">
                <a:cs typeface="Arial MT"/>
              </a:rPr>
              <a:t> </a:t>
            </a:r>
            <a:r>
              <a:rPr lang="en-US" dirty="0">
                <a:cs typeface="Arial MT"/>
              </a:rPr>
              <a:t>be</a:t>
            </a:r>
            <a:r>
              <a:rPr lang="en-US" spc="-80" dirty="0">
                <a:cs typeface="Arial MT"/>
              </a:rPr>
              <a:t> </a:t>
            </a:r>
            <a:r>
              <a:rPr lang="en-US" dirty="0">
                <a:cs typeface="Arial MT"/>
              </a:rPr>
              <a:t>chosen</a:t>
            </a:r>
            <a:r>
              <a:rPr lang="en-US" spc="-60" dirty="0">
                <a:cs typeface="Arial MT"/>
              </a:rPr>
              <a:t> </a:t>
            </a:r>
            <a:r>
              <a:rPr lang="en-US" dirty="0">
                <a:cs typeface="Arial MT"/>
              </a:rPr>
              <a:t>according</a:t>
            </a:r>
            <a:r>
              <a:rPr lang="en-US" spc="-65" dirty="0">
                <a:cs typeface="Arial MT"/>
              </a:rPr>
              <a:t> </a:t>
            </a:r>
            <a:r>
              <a:rPr lang="en-US" dirty="0">
                <a:cs typeface="Arial MT"/>
              </a:rPr>
              <a:t>to</a:t>
            </a:r>
            <a:r>
              <a:rPr lang="en-US" spc="-75" dirty="0">
                <a:cs typeface="Arial MT"/>
              </a:rPr>
              <a:t> </a:t>
            </a:r>
            <a:r>
              <a:rPr lang="en-US" dirty="0">
                <a:cs typeface="Arial MT"/>
              </a:rPr>
              <a:t>their</a:t>
            </a:r>
            <a:r>
              <a:rPr lang="en-US" spc="-45" dirty="0">
                <a:cs typeface="Arial MT"/>
              </a:rPr>
              <a:t> </a:t>
            </a:r>
            <a:r>
              <a:rPr lang="en-US" dirty="0">
                <a:cs typeface="Arial MT"/>
              </a:rPr>
              <a:t>choice,</a:t>
            </a:r>
            <a:r>
              <a:rPr lang="en-US" spc="-60" dirty="0">
                <a:cs typeface="Arial MT"/>
              </a:rPr>
              <a:t> </a:t>
            </a:r>
            <a:r>
              <a:rPr lang="en-US" spc="-25" dirty="0">
                <a:cs typeface="Arial MT"/>
              </a:rPr>
              <a:t>can </a:t>
            </a:r>
            <a:r>
              <a:rPr lang="en-US" dirty="0">
                <a:cs typeface="Arial MT"/>
              </a:rPr>
              <a:t>select</a:t>
            </a:r>
            <a:r>
              <a:rPr lang="en-US" spc="-45" dirty="0">
                <a:cs typeface="Arial MT"/>
              </a:rPr>
              <a:t> </a:t>
            </a:r>
            <a:r>
              <a:rPr lang="en-US" dirty="0">
                <a:cs typeface="Arial MT"/>
              </a:rPr>
              <a:t>seats,</a:t>
            </a:r>
            <a:r>
              <a:rPr lang="en-US" spc="-85" dirty="0">
                <a:cs typeface="Arial MT"/>
              </a:rPr>
              <a:t> </a:t>
            </a:r>
            <a:r>
              <a:rPr lang="en-US" dirty="0">
                <a:cs typeface="Arial MT"/>
              </a:rPr>
              <a:t>can</a:t>
            </a:r>
            <a:r>
              <a:rPr lang="en-US" spc="-55" dirty="0">
                <a:cs typeface="Arial MT"/>
              </a:rPr>
              <a:t> </a:t>
            </a:r>
            <a:r>
              <a:rPr lang="en-US" dirty="0">
                <a:cs typeface="Arial MT"/>
              </a:rPr>
              <a:t>choose</a:t>
            </a:r>
            <a:r>
              <a:rPr lang="en-US" spc="-65" dirty="0">
                <a:cs typeface="Arial MT"/>
              </a:rPr>
              <a:t> </a:t>
            </a:r>
            <a:r>
              <a:rPr lang="en-US" dirty="0">
                <a:cs typeface="Arial MT"/>
              </a:rPr>
              <a:t>the</a:t>
            </a:r>
            <a:r>
              <a:rPr lang="en-US" spc="20" dirty="0">
                <a:cs typeface="Arial MT"/>
              </a:rPr>
              <a:t> </a:t>
            </a:r>
            <a:r>
              <a:rPr lang="en-US" dirty="0">
                <a:solidFill>
                  <a:srgbClr val="404040"/>
                </a:solidFill>
                <a:cs typeface="Trebuchet MS"/>
              </a:rPr>
              <a:t>time</a:t>
            </a:r>
            <a:r>
              <a:rPr lang="en-US" dirty="0">
                <a:cs typeface="Arial MT"/>
              </a:rPr>
              <a:t>,</a:t>
            </a:r>
            <a:r>
              <a:rPr lang="en-US" spc="-65" dirty="0">
                <a:cs typeface="Arial MT"/>
              </a:rPr>
              <a:t> </a:t>
            </a:r>
            <a:r>
              <a:rPr lang="en-US" dirty="0">
                <a:cs typeface="Arial MT"/>
              </a:rPr>
              <a:t>and</a:t>
            </a:r>
            <a:r>
              <a:rPr lang="en-US" spc="-55" dirty="0">
                <a:cs typeface="Arial MT"/>
              </a:rPr>
              <a:t> </a:t>
            </a:r>
            <a:r>
              <a:rPr lang="en-US" dirty="0">
                <a:cs typeface="Arial MT"/>
              </a:rPr>
              <a:t>pay</a:t>
            </a:r>
            <a:r>
              <a:rPr lang="en-US" spc="-60" dirty="0">
                <a:cs typeface="Arial MT"/>
              </a:rPr>
              <a:t> </a:t>
            </a:r>
            <a:r>
              <a:rPr lang="en-US" dirty="0">
                <a:cs typeface="Arial MT"/>
              </a:rPr>
              <a:t>through</a:t>
            </a:r>
            <a:r>
              <a:rPr lang="en-US" spc="-35" dirty="0">
                <a:cs typeface="Arial MT"/>
              </a:rPr>
              <a:t> </a:t>
            </a:r>
            <a:r>
              <a:rPr lang="en-US" dirty="0">
                <a:cs typeface="Arial MT"/>
              </a:rPr>
              <a:t>the</a:t>
            </a:r>
            <a:r>
              <a:rPr lang="en-US" spc="-65" dirty="0">
                <a:cs typeface="Arial MT"/>
              </a:rPr>
              <a:t> </a:t>
            </a:r>
            <a:r>
              <a:rPr lang="en-US" dirty="0">
                <a:cs typeface="Arial MT"/>
              </a:rPr>
              <a:t>portal</a:t>
            </a:r>
            <a:r>
              <a:rPr lang="en-US" spc="-55" dirty="0">
                <a:cs typeface="Arial MT"/>
              </a:rPr>
              <a:t> </a:t>
            </a:r>
            <a:r>
              <a:rPr lang="en-US" dirty="0">
                <a:cs typeface="Arial MT"/>
              </a:rPr>
              <a:t>after</a:t>
            </a:r>
            <a:r>
              <a:rPr lang="en-US" spc="-60" dirty="0">
                <a:cs typeface="Arial MT"/>
              </a:rPr>
              <a:t> </a:t>
            </a:r>
            <a:r>
              <a:rPr lang="en-US" spc="-10" dirty="0">
                <a:cs typeface="Arial MT"/>
              </a:rPr>
              <a:t>reaching </a:t>
            </a:r>
            <a:r>
              <a:rPr lang="en-US" dirty="0">
                <a:cs typeface="Arial MT"/>
              </a:rPr>
              <a:t>the</a:t>
            </a:r>
            <a:r>
              <a:rPr lang="en-US" spc="-60" dirty="0">
                <a:cs typeface="Arial MT"/>
              </a:rPr>
              <a:t> </a:t>
            </a:r>
            <a:r>
              <a:rPr lang="en-US" dirty="0">
                <a:cs typeface="Arial MT"/>
              </a:rPr>
              <a:t>station</a:t>
            </a:r>
            <a:r>
              <a:rPr lang="en-US" spc="-60" dirty="0">
                <a:cs typeface="Arial MT"/>
              </a:rPr>
              <a:t> </a:t>
            </a:r>
            <a:r>
              <a:rPr lang="en-US" dirty="0">
                <a:cs typeface="Arial MT"/>
              </a:rPr>
              <a:t>or</a:t>
            </a:r>
            <a:r>
              <a:rPr lang="en-US" spc="-70" dirty="0">
                <a:cs typeface="Arial MT"/>
              </a:rPr>
              <a:t> </a:t>
            </a:r>
            <a:r>
              <a:rPr lang="en-US" dirty="0">
                <a:cs typeface="Arial MT"/>
              </a:rPr>
              <a:t>airport.</a:t>
            </a:r>
            <a:r>
              <a:rPr lang="en-US" spc="-95" dirty="0">
                <a:cs typeface="Arial MT"/>
              </a:rPr>
              <a:t> </a:t>
            </a:r>
            <a:r>
              <a:rPr lang="en-US" dirty="0">
                <a:cs typeface="Arial MT"/>
              </a:rPr>
              <a:t>Thus</a:t>
            </a:r>
            <a:r>
              <a:rPr lang="en-US" spc="-85" dirty="0">
                <a:cs typeface="Arial MT"/>
              </a:rPr>
              <a:t> </a:t>
            </a:r>
            <a:r>
              <a:rPr lang="en-US" dirty="0">
                <a:cs typeface="Arial MT"/>
              </a:rPr>
              <a:t>online</a:t>
            </a:r>
            <a:r>
              <a:rPr lang="en-US" spc="-15" dirty="0">
                <a:cs typeface="Arial MT"/>
              </a:rPr>
              <a:t> </a:t>
            </a:r>
            <a:r>
              <a:rPr lang="en-US" dirty="0">
                <a:cs typeface="Arial MT"/>
              </a:rPr>
              <a:t>ticket</a:t>
            </a:r>
            <a:r>
              <a:rPr lang="en-US" spc="-100" dirty="0">
                <a:cs typeface="Arial MT"/>
              </a:rPr>
              <a:t> </a:t>
            </a:r>
            <a:r>
              <a:rPr lang="en-US" dirty="0">
                <a:cs typeface="Arial MT"/>
              </a:rPr>
              <a:t>booking</a:t>
            </a:r>
            <a:r>
              <a:rPr lang="en-US" spc="-60" dirty="0">
                <a:cs typeface="Arial MT"/>
              </a:rPr>
              <a:t> </a:t>
            </a:r>
            <a:r>
              <a:rPr lang="en-US" dirty="0">
                <a:cs typeface="Arial MT"/>
              </a:rPr>
              <a:t>system</a:t>
            </a:r>
            <a:r>
              <a:rPr lang="en-US" spc="-15" dirty="0">
                <a:cs typeface="Arial MT"/>
              </a:rPr>
              <a:t> </a:t>
            </a:r>
            <a:r>
              <a:rPr lang="en-US" dirty="0">
                <a:cs typeface="Arial MT"/>
              </a:rPr>
              <a:t>target</a:t>
            </a:r>
            <a:r>
              <a:rPr lang="en-US" spc="-75" dirty="0">
                <a:cs typeface="Arial MT"/>
              </a:rPr>
              <a:t> </a:t>
            </a:r>
            <a:r>
              <a:rPr lang="en-US" dirty="0">
                <a:cs typeface="Arial MT"/>
              </a:rPr>
              <a:t>internal</a:t>
            </a:r>
            <a:r>
              <a:rPr lang="en-US" spc="-20" dirty="0">
                <a:cs typeface="Arial MT"/>
              </a:rPr>
              <a:t> </a:t>
            </a:r>
            <a:r>
              <a:rPr lang="en-US" spc="-25" dirty="0">
                <a:cs typeface="Arial MT"/>
              </a:rPr>
              <a:t>and </a:t>
            </a:r>
            <a:r>
              <a:rPr lang="en-US" dirty="0">
                <a:cs typeface="Arial MT"/>
              </a:rPr>
              <a:t>external</a:t>
            </a:r>
            <a:r>
              <a:rPr lang="en-US" spc="-110" dirty="0">
                <a:cs typeface="Arial MT"/>
              </a:rPr>
              <a:t> </a:t>
            </a:r>
            <a:r>
              <a:rPr lang="en-US" spc="-10" dirty="0">
                <a:cs typeface="Arial MT"/>
              </a:rPr>
              <a:t>audiences.</a:t>
            </a:r>
            <a:endParaRPr lang="en-US" dirty="0">
              <a:cs typeface="Arial MT"/>
            </a:endParaRPr>
          </a:p>
          <a:p>
            <a:pPr algn="l"/>
            <a:endParaRPr lang="en-IN" dirty="0"/>
          </a:p>
        </p:txBody>
      </p:sp>
    </p:spTree>
    <p:extLst>
      <p:ext uri="{BB962C8B-B14F-4D97-AF65-F5344CB8AC3E}">
        <p14:creationId xmlns:p14="http://schemas.microsoft.com/office/powerpoint/2010/main" val="2322040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F2DF-FE9C-8CB6-F13C-C6091AFE23FF}"/>
              </a:ext>
            </a:extLst>
          </p:cNvPr>
          <p:cNvSpPr>
            <a:spLocks noGrp="1"/>
          </p:cNvSpPr>
          <p:nvPr>
            <p:ph type="ctrTitle"/>
          </p:nvPr>
        </p:nvSpPr>
        <p:spPr>
          <a:xfrm>
            <a:off x="771525" y="342901"/>
            <a:ext cx="9896475" cy="1047750"/>
          </a:xfrm>
        </p:spPr>
        <p:txBody>
          <a:bodyPr>
            <a:normAutofit/>
          </a:bodyPr>
          <a:lstStyle/>
          <a:p>
            <a:pPr algn="l"/>
            <a:r>
              <a:rPr lang="en-US" sz="3200" dirty="0">
                <a:solidFill>
                  <a:srgbClr val="0070C0"/>
                </a:solidFill>
                <a:latin typeface="+mn-lt"/>
              </a:rPr>
              <a:t>References:</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7723C72C-4788-0132-661B-51C298BC6F84}"/>
              </a:ext>
            </a:extLst>
          </p:cNvPr>
          <p:cNvSpPr>
            <a:spLocks noGrp="1"/>
          </p:cNvSpPr>
          <p:nvPr>
            <p:ph type="subTitle" idx="1"/>
          </p:nvPr>
        </p:nvSpPr>
        <p:spPr>
          <a:xfrm>
            <a:off x="771525" y="1590675"/>
            <a:ext cx="9896475" cy="4143375"/>
          </a:xfrm>
        </p:spPr>
        <p:txBody>
          <a:bodyPr>
            <a:normAutofit fontScale="92500"/>
          </a:bodyPr>
          <a:lstStyle/>
          <a:p>
            <a:pPr marL="342900" indent="-342900" algn="l">
              <a:buFont typeface="Arial" panose="020B0604020202020204" pitchFamily="34" charset="0"/>
              <a:buChar char="•"/>
            </a:pPr>
            <a:r>
              <a:rPr lang="en-IN" dirty="0"/>
              <a:t>EASYTOBOOK.COM, 2014. EASY TO BOOK. [Online] Available at: http://www.easytobook.com/?amu=2599051302&amp;utm_nooverride=1 [Accessed 5 December 2014]. </a:t>
            </a:r>
          </a:p>
          <a:p>
            <a:pPr marL="342900" indent="-342900" algn="l">
              <a:buFont typeface="Arial" panose="020B0604020202020204" pitchFamily="34" charset="0"/>
              <a:buChar char="•"/>
            </a:pPr>
            <a:r>
              <a:rPr lang="en-IN" dirty="0"/>
              <a:t>Expedia AU, 2014. Expedia AU. [Online] Available at: http://www.expedia.com.au/Hotels [Accessed 19 October 2014]. </a:t>
            </a:r>
          </a:p>
          <a:p>
            <a:pPr marL="342900" indent="-342900" algn="l">
              <a:buFont typeface="Arial" panose="020B0604020202020204" pitchFamily="34" charset="0"/>
              <a:buChar char="•"/>
            </a:pPr>
            <a:r>
              <a:rPr lang="en-IN" dirty="0"/>
              <a:t>Hotel Club, 2014. Hotel Club. [Online] Available at: http://www.hotelclub.com/Australia/ [Accessed 19 October 2014]. </a:t>
            </a:r>
          </a:p>
          <a:p>
            <a:pPr marL="342900" indent="-342900" algn="l">
              <a:buFont typeface="Arial" panose="020B0604020202020204" pitchFamily="34" charset="0"/>
              <a:buChar char="•"/>
            </a:pPr>
            <a:r>
              <a:rPr lang="en-IN" dirty="0"/>
              <a:t>Hotels.com, n.d. Hotels.com. [Online] Available at: http://www.hotels.com/?PSRC=SEMB&amp;rffrid=sem.hcom.E5.google.003.00.01.s.kwrd=ZzZz.sEaLM1M5C.0.51707353162.10200p829340.d.c&amp;gclid=Cj0KEQjwq52iBRDEvrC12Jnz6coBEiQA2otXAqoAxb7bw_O4y4 24TF_O9XCDcDH_OB46NcdzA14QaAkz58P8HAQ [Accessed 20 October 2014]. </a:t>
            </a:r>
          </a:p>
        </p:txBody>
      </p:sp>
    </p:spTree>
    <p:extLst>
      <p:ext uri="{BB962C8B-B14F-4D97-AF65-F5344CB8AC3E}">
        <p14:creationId xmlns:p14="http://schemas.microsoft.com/office/powerpoint/2010/main" val="3219061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F704-3D2F-1904-5656-ADD8DFF80378}"/>
              </a:ext>
            </a:extLst>
          </p:cNvPr>
          <p:cNvSpPr>
            <a:spLocks noGrp="1"/>
          </p:cNvSpPr>
          <p:nvPr>
            <p:ph type="ctrTitle"/>
          </p:nvPr>
        </p:nvSpPr>
        <p:spPr>
          <a:xfrm>
            <a:off x="590550" y="571501"/>
            <a:ext cx="10077450" cy="904874"/>
          </a:xfrm>
        </p:spPr>
        <p:txBody>
          <a:bodyPr>
            <a:normAutofit/>
          </a:bodyPr>
          <a:lstStyle/>
          <a:p>
            <a:pPr algn="l"/>
            <a:r>
              <a:rPr lang="en-US" sz="3200" dirty="0">
                <a:solidFill>
                  <a:srgbClr val="0070C0"/>
                </a:solidFill>
                <a:latin typeface="+mn-lt"/>
              </a:rPr>
              <a:t>Future Scope:</a:t>
            </a:r>
            <a:endParaRPr lang="en-IN" sz="3200" dirty="0">
              <a:solidFill>
                <a:srgbClr val="0070C0"/>
              </a:solidFill>
              <a:latin typeface="+mn-lt"/>
            </a:endParaRPr>
          </a:p>
        </p:txBody>
      </p:sp>
      <p:sp>
        <p:nvSpPr>
          <p:cNvPr id="3" name="Subtitle 2">
            <a:extLst>
              <a:ext uri="{FF2B5EF4-FFF2-40B4-BE49-F238E27FC236}">
                <a16:creationId xmlns:a16="http://schemas.microsoft.com/office/drawing/2014/main" id="{46FEE424-BC58-B41B-F560-FBF76D80F4FB}"/>
              </a:ext>
            </a:extLst>
          </p:cNvPr>
          <p:cNvSpPr>
            <a:spLocks noGrp="1"/>
          </p:cNvSpPr>
          <p:nvPr>
            <p:ph type="subTitle" idx="1"/>
          </p:nvPr>
        </p:nvSpPr>
        <p:spPr>
          <a:xfrm>
            <a:off x="742950" y="1733550"/>
            <a:ext cx="9925050" cy="4038600"/>
          </a:xfrm>
        </p:spPr>
        <p:txBody>
          <a:bodyPr>
            <a:normAutofit/>
          </a:bodyPr>
          <a:lstStyle/>
          <a:p>
            <a:pPr algn="l"/>
            <a:r>
              <a:rPr lang="en-US" b="0" i="0" dirty="0">
                <a:solidFill>
                  <a:srgbClr val="000000"/>
                </a:solidFill>
                <a:effectLst/>
                <a:cs typeface="Calibri" panose="020F0502020204030204" pitchFamily="34" charset="0"/>
              </a:rPr>
              <a:t>The reservation system has three modules. First module helps the customer to enquire the availability of seats in a particular bus at particular date, the second module helps him to reserve a ticket and with the third module he can cancel a reserved ticket. The current bus booking system relies on buying tickets from the conductor for commuting to and from a location through public transportation. The task can be tedious if the number of commuters is large. </a:t>
            </a:r>
          </a:p>
          <a:p>
            <a:pPr algn="l"/>
            <a:r>
              <a:rPr lang="en-US" b="0" i="0" dirty="0">
                <a:solidFill>
                  <a:srgbClr val="000000"/>
                </a:solidFill>
                <a:effectLst/>
              </a:rPr>
              <a:t>payment in cash can be difficult if the payable denominations are uneven. Online Bus Booking system allows the commuter to either have a specific amount of money on his Android Based mobile, from which the ticket can be charged. Or, the costumer can buy the ticket on the bus</a:t>
            </a:r>
            <a:endParaRPr lang="en-IN" dirty="0">
              <a:cs typeface="Calibri" panose="020F0502020204030204" pitchFamily="34" charset="0"/>
            </a:endParaRPr>
          </a:p>
        </p:txBody>
      </p:sp>
    </p:spTree>
    <p:extLst>
      <p:ext uri="{BB962C8B-B14F-4D97-AF65-F5344CB8AC3E}">
        <p14:creationId xmlns:p14="http://schemas.microsoft.com/office/powerpoint/2010/main" val="8078733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1003</Words>
  <Application>Microsoft Office PowerPoint</Application>
  <PresentationFormat>Widescreen</PresentationFormat>
  <Paragraphs>61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Tahoma</vt:lpstr>
      <vt:lpstr>Trebuchet MS</vt:lpstr>
      <vt:lpstr>Office Theme</vt:lpstr>
      <vt:lpstr>  TS-WEB TRACK CAPSTONE PROJECT</vt:lpstr>
      <vt:lpstr>OUTLINE</vt:lpstr>
      <vt:lpstr>Abstract:</vt:lpstr>
      <vt:lpstr>Problem Statement:</vt:lpstr>
      <vt:lpstr>Aim , Objective &amp; Proposed System/Solution: </vt:lpstr>
      <vt:lpstr>System Design:</vt:lpstr>
      <vt:lpstr>PowerPoint Presentation</vt:lpstr>
      <vt:lpstr>PowerPoint Presentation</vt:lpstr>
      <vt:lpstr>PowerPoint Presentation</vt:lpstr>
      <vt:lpstr>PowerPoint Presentation</vt:lpstr>
      <vt:lpstr>PowerPoint Presentation</vt:lpstr>
      <vt:lpstr>System Development Approach(Technology Used):</vt:lpstr>
      <vt:lpstr>Algorithm:</vt:lpstr>
      <vt:lpstr>Conclusion:</vt:lpstr>
      <vt:lpstr>References:</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TS-WEB TRACK CAPSTONE PROJECT</dc:title>
  <dc:creator>thanushakanugula2000@gmail.com</dc:creator>
  <cp:lastModifiedBy>thanushakanugula2000@gmail.com</cp:lastModifiedBy>
  <cp:revision>2</cp:revision>
  <dcterms:created xsi:type="dcterms:W3CDTF">2023-03-30T16:52:30Z</dcterms:created>
  <dcterms:modified xsi:type="dcterms:W3CDTF">2023-03-31T09:35:37Z</dcterms:modified>
</cp:coreProperties>
</file>